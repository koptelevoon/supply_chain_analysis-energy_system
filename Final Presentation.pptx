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317F8-8DEC-4C11-83CD-F7FB3D4319C2}" v="198" dt="2022-03-04T10:05:40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iel Tognini" userId="be4e7c363be8a751" providerId="LiveId" clId="{0B0317F8-8DEC-4C11-83CD-F7FB3D4319C2}"/>
    <pc:docChg chg="undo redo custSel addSld delSld modSld sldOrd">
      <pc:chgData name="Michiel Tognini" userId="be4e7c363be8a751" providerId="LiveId" clId="{0B0317F8-8DEC-4C11-83CD-F7FB3D4319C2}" dt="2022-03-04T10:07:03.600" v="6690" actId="47"/>
      <pc:docMkLst>
        <pc:docMk/>
      </pc:docMkLst>
      <pc:sldChg chg="addSp delSp modSp new mod modClrScheme chgLayout">
        <pc:chgData name="Michiel Tognini" userId="be4e7c363be8a751" providerId="LiveId" clId="{0B0317F8-8DEC-4C11-83CD-F7FB3D4319C2}" dt="2022-03-02T10:37:17.438" v="92" actId="20577"/>
        <pc:sldMkLst>
          <pc:docMk/>
          <pc:sldMk cId="1668056115" sldId="256"/>
        </pc:sldMkLst>
        <pc:spChg chg="del mod ord">
          <ac:chgData name="Michiel Tognini" userId="be4e7c363be8a751" providerId="LiveId" clId="{0B0317F8-8DEC-4C11-83CD-F7FB3D4319C2}" dt="2022-03-02T10:36:37.249" v="11" actId="700"/>
          <ac:spMkLst>
            <pc:docMk/>
            <pc:sldMk cId="1668056115" sldId="256"/>
            <ac:spMk id="2" creationId="{A8049904-BEAB-47FE-9764-CC05277406F7}"/>
          </ac:spMkLst>
        </pc:spChg>
        <pc:spChg chg="del mod ord">
          <ac:chgData name="Michiel Tognini" userId="be4e7c363be8a751" providerId="LiveId" clId="{0B0317F8-8DEC-4C11-83CD-F7FB3D4319C2}" dt="2022-03-02T10:36:37.249" v="11" actId="700"/>
          <ac:spMkLst>
            <pc:docMk/>
            <pc:sldMk cId="1668056115" sldId="256"/>
            <ac:spMk id="3" creationId="{913465E0-0C43-43FB-A67A-6056FD28E540}"/>
          </ac:spMkLst>
        </pc:spChg>
        <pc:spChg chg="add mod ord">
          <ac:chgData name="Michiel Tognini" userId="be4e7c363be8a751" providerId="LiveId" clId="{0B0317F8-8DEC-4C11-83CD-F7FB3D4319C2}" dt="2022-03-02T10:36:40.026" v="12"/>
          <ac:spMkLst>
            <pc:docMk/>
            <pc:sldMk cId="1668056115" sldId="256"/>
            <ac:spMk id="4" creationId="{3CFDF35B-A71C-428A-B30F-EE0469D3C0AF}"/>
          </ac:spMkLst>
        </pc:spChg>
        <pc:spChg chg="add mod ord">
          <ac:chgData name="Michiel Tognini" userId="be4e7c363be8a751" providerId="LiveId" clId="{0B0317F8-8DEC-4C11-83CD-F7FB3D4319C2}" dt="2022-03-02T10:37:17.438" v="92" actId="20577"/>
          <ac:spMkLst>
            <pc:docMk/>
            <pc:sldMk cId="1668056115" sldId="256"/>
            <ac:spMk id="5" creationId="{927CF437-635E-48FE-BD47-CC89D06490EA}"/>
          </ac:spMkLst>
        </pc:spChg>
        <pc:spChg chg="add mod ord">
          <ac:chgData name="Michiel Tognini" userId="be4e7c363be8a751" providerId="LiveId" clId="{0B0317F8-8DEC-4C11-83CD-F7FB3D4319C2}" dt="2022-03-02T10:37:03.514" v="49" actId="122"/>
          <ac:spMkLst>
            <pc:docMk/>
            <pc:sldMk cId="1668056115" sldId="256"/>
            <ac:spMk id="6" creationId="{40171D66-44A7-4DFC-828C-6B775266BCBA}"/>
          </ac:spMkLst>
        </pc:spChg>
      </pc:sldChg>
      <pc:sldChg chg="addSp delSp modSp new mod modClrScheme chgLayout">
        <pc:chgData name="Michiel Tognini" userId="be4e7c363be8a751" providerId="LiveId" clId="{0B0317F8-8DEC-4C11-83CD-F7FB3D4319C2}" dt="2022-03-02T17:32:48.446" v="6045" actId="20577"/>
        <pc:sldMkLst>
          <pc:docMk/>
          <pc:sldMk cId="3172882874" sldId="257"/>
        </pc:sldMkLst>
        <pc:spChg chg="del mod ord">
          <ac:chgData name="Michiel Tognini" userId="be4e7c363be8a751" providerId="LiveId" clId="{0B0317F8-8DEC-4C11-83CD-F7FB3D4319C2}" dt="2022-03-02T10:37:36.060" v="94" actId="700"/>
          <ac:spMkLst>
            <pc:docMk/>
            <pc:sldMk cId="3172882874" sldId="257"/>
            <ac:spMk id="2" creationId="{DEC3D932-F27F-4B98-9E0A-BC52174933F9}"/>
          </ac:spMkLst>
        </pc:spChg>
        <pc:spChg chg="del">
          <ac:chgData name="Michiel Tognini" userId="be4e7c363be8a751" providerId="LiveId" clId="{0B0317F8-8DEC-4C11-83CD-F7FB3D4319C2}" dt="2022-03-02T10:37:36.060" v="94" actId="700"/>
          <ac:spMkLst>
            <pc:docMk/>
            <pc:sldMk cId="3172882874" sldId="257"/>
            <ac:spMk id="3" creationId="{22FF08FE-AFC5-4CED-9643-9B2DEC430FC1}"/>
          </ac:spMkLst>
        </pc:spChg>
        <pc:spChg chg="del mod ord">
          <ac:chgData name="Michiel Tognini" userId="be4e7c363be8a751" providerId="LiveId" clId="{0B0317F8-8DEC-4C11-83CD-F7FB3D4319C2}" dt="2022-03-02T10:37:36.060" v="94" actId="700"/>
          <ac:spMkLst>
            <pc:docMk/>
            <pc:sldMk cId="3172882874" sldId="257"/>
            <ac:spMk id="4" creationId="{687B6A84-5706-4B7D-B1D9-6A1CD7E6FE7A}"/>
          </ac:spMkLst>
        </pc:spChg>
        <pc:spChg chg="add mod ord">
          <ac:chgData name="Michiel Tognini" userId="be4e7c363be8a751" providerId="LiveId" clId="{0B0317F8-8DEC-4C11-83CD-F7FB3D4319C2}" dt="2022-03-02T10:37:42.889" v="107" actId="20577"/>
          <ac:spMkLst>
            <pc:docMk/>
            <pc:sldMk cId="3172882874" sldId="257"/>
            <ac:spMk id="5" creationId="{753B2517-563B-4F3B-A500-093666744DEE}"/>
          </ac:spMkLst>
        </pc:spChg>
        <pc:spChg chg="add mod ord">
          <ac:chgData name="Michiel Tognini" userId="be4e7c363be8a751" providerId="LiveId" clId="{0B0317F8-8DEC-4C11-83CD-F7FB3D4319C2}" dt="2022-03-02T17:32:48.446" v="6045" actId="20577"/>
          <ac:spMkLst>
            <pc:docMk/>
            <pc:sldMk cId="3172882874" sldId="257"/>
            <ac:spMk id="6" creationId="{9B27FBD0-792F-40E0-AAD9-4714C035EAC5}"/>
          </ac:spMkLst>
        </pc:spChg>
      </pc:sldChg>
      <pc:sldChg chg="addSp delSp modSp new mod setBg">
        <pc:chgData name="Michiel Tognini" userId="be4e7c363be8a751" providerId="LiveId" clId="{0B0317F8-8DEC-4C11-83CD-F7FB3D4319C2}" dt="2022-03-02T15:58:07.114" v="4555" actId="26606"/>
        <pc:sldMkLst>
          <pc:docMk/>
          <pc:sldMk cId="3070183412" sldId="258"/>
        </pc:sldMkLst>
        <pc:spChg chg="mod">
          <ac:chgData name="Michiel Tognini" userId="be4e7c363be8a751" providerId="LiveId" clId="{0B0317F8-8DEC-4C11-83CD-F7FB3D4319C2}" dt="2022-03-02T15:58:07.114" v="4555" actId="26606"/>
          <ac:spMkLst>
            <pc:docMk/>
            <pc:sldMk cId="3070183412" sldId="258"/>
            <ac:spMk id="2" creationId="{A5D57C24-9230-4308-ADCF-297BDDFF0F91}"/>
          </ac:spMkLst>
        </pc:spChg>
        <pc:spChg chg="add del mod">
          <ac:chgData name="Michiel Tognini" userId="be4e7c363be8a751" providerId="LiveId" clId="{0B0317F8-8DEC-4C11-83CD-F7FB3D4319C2}" dt="2022-03-02T15:58:07.114" v="4555" actId="26606"/>
          <ac:spMkLst>
            <pc:docMk/>
            <pc:sldMk cId="3070183412" sldId="258"/>
            <ac:spMk id="3" creationId="{DD82DF60-2807-4F50-955F-9C04BBA6BD89}"/>
          </ac:spMkLst>
        </pc:spChg>
        <pc:graphicFrameChg chg="add del">
          <ac:chgData name="Michiel Tognini" userId="be4e7c363be8a751" providerId="LiveId" clId="{0B0317F8-8DEC-4C11-83CD-F7FB3D4319C2}" dt="2022-03-02T15:57:58.843" v="4546" actId="26606"/>
          <ac:graphicFrameMkLst>
            <pc:docMk/>
            <pc:sldMk cId="3070183412" sldId="258"/>
            <ac:graphicFrameMk id="5" creationId="{1749D631-39B0-421B-BBEE-1E28C1AB68D0}"/>
          </ac:graphicFrameMkLst>
        </pc:graphicFrameChg>
        <pc:graphicFrameChg chg="add del">
          <ac:chgData name="Michiel Tognini" userId="be4e7c363be8a751" providerId="LiveId" clId="{0B0317F8-8DEC-4C11-83CD-F7FB3D4319C2}" dt="2022-03-02T15:57:59.539" v="4548" actId="26606"/>
          <ac:graphicFrameMkLst>
            <pc:docMk/>
            <pc:sldMk cId="3070183412" sldId="258"/>
            <ac:graphicFrameMk id="12" creationId="{6A4D7D69-7454-4B44-A748-C7FD88133361}"/>
          </ac:graphicFrameMkLst>
        </pc:graphicFrameChg>
        <pc:graphicFrameChg chg="add del">
          <ac:chgData name="Michiel Tognini" userId="be4e7c363be8a751" providerId="LiveId" clId="{0B0317F8-8DEC-4C11-83CD-F7FB3D4319C2}" dt="2022-03-02T15:58:02.092" v="4550" actId="26606"/>
          <ac:graphicFrameMkLst>
            <pc:docMk/>
            <pc:sldMk cId="3070183412" sldId="258"/>
            <ac:graphicFrameMk id="15" creationId="{1749D631-39B0-421B-BBEE-1E28C1AB68D0}"/>
          </ac:graphicFrameMkLst>
        </pc:graphicFrameChg>
        <pc:graphicFrameChg chg="add del">
          <ac:chgData name="Michiel Tognini" userId="be4e7c363be8a751" providerId="LiveId" clId="{0B0317F8-8DEC-4C11-83CD-F7FB3D4319C2}" dt="2022-03-02T15:58:04.574" v="4552" actId="26606"/>
          <ac:graphicFrameMkLst>
            <pc:docMk/>
            <pc:sldMk cId="3070183412" sldId="258"/>
            <ac:graphicFrameMk id="17" creationId="{988ED50A-A173-4298-94F6-994AC1325548}"/>
          </ac:graphicFrameMkLst>
        </pc:graphicFrameChg>
        <pc:graphicFrameChg chg="add del">
          <ac:chgData name="Michiel Tognini" userId="be4e7c363be8a751" providerId="LiveId" clId="{0B0317F8-8DEC-4C11-83CD-F7FB3D4319C2}" dt="2022-03-02T15:58:07.058" v="4554" actId="26606"/>
          <ac:graphicFrameMkLst>
            <pc:docMk/>
            <pc:sldMk cId="3070183412" sldId="258"/>
            <ac:graphicFrameMk id="20" creationId="{1749D631-39B0-421B-BBEE-1E28C1AB68D0}"/>
          </ac:graphicFrameMkLst>
        </pc:graphicFrameChg>
        <pc:graphicFrameChg chg="add">
          <ac:chgData name="Michiel Tognini" userId="be4e7c363be8a751" providerId="LiveId" clId="{0B0317F8-8DEC-4C11-83CD-F7FB3D4319C2}" dt="2022-03-02T15:58:07.114" v="4555" actId="26606"/>
          <ac:graphicFrameMkLst>
            <pc:docMk/>
            <pc:sldMk cId="3070183412" sldId="258"/>
            <ac:graphicFrameMk id="22" creationId="{988ED50A-A173-4298-94F6-994AC1325548}"/>
          </ac:graphicFrameMkLst>
        </pc:graphicFrameChg>
        <pc:picChg chg="add del">
          <ac:chgData name="Michiel Tognini" userId="be4e7c363be8a751" providerId="LiveId" clId="{0B0317F8-8DEC-4C11-83CD-F7FB3D4319C2}" dt="2022-03-02T15:57:58.843" v="4546" actId="26606"/>
          <ac:picMkLst>
            <pc:docMk/>
            <pc:sldMk cId="3070183412" sldId="258"/>
            <ac:picMk id="9" creationId="{A8D526D7-C782-4F65-A21F-A6B40D869B47}"/>
          </ac:picMkLst>
        </pc:picChg>
        <pc:picChg chg="add del">
          <ac:chgData name="Michiel Tognini" userId="be4e7c363be8a751" providerId="LiveId" clId="{0B0317F8-8DEC-4C11-83CD-F7FB3D4319C2}" dt="2022-03-02T15:57:59.539" v="4548" actId="26606"/>
          <ac:picMkLst>
            <pc:docMk/>
            <pc:sldMk cId="3070183412" sldId="258"/>
            <ac:picMk id="11" creationId="{A8D526D7-C782-4F65-A21F-A6B40D869B47}"/>
          </ac:picMkLst>
        </pc:picChg>
        <pc:picChg chg="add del">
          <ac:chgData name="Michiel Tognini" userId="be4e7c363be8a751" providerId="LiveId" clId="{0B0317F8-8DEC-4C11-83CD-F7FB3D4319C2}" dt="2022-03-02T15:58:02.092" v="4550" actId="26606"/>
          <ac:picMkLst>
            <pc:docMk/>
            <pc:sldMk cId="3070183412" sldId="258"/>
            <ac:picMk id="14" creationId="{A8D526D7-C782-4F65-A21F-A6B40D869B47}"/>
          </ac:picMkLst>
        </pc:picChg>
        <pc:picChg chg="add del">
          <ac:chgData name="Michiel Tognini" userId="be4e7c363be8a751" providerId="LiveId" clId="{0B0317F8-8DEC-4C11-83CD-F7FB3D4319C2}" dt="2022-03-02T15:58:07.058" v="4554" actId="26606"/>
          <ac:picMkLst>
            <pc:docMk/>
            <pc:sldMk cId="3070183412" sldId="258"/>
            <ac:picMk id="19" creationId="{A8D526D7-C782-4F65-A21F-A6B40D869B47}"/>
          </ac:picMkLst>
        </pc:picChg>
      </pc:sldChg>
      <pc:sldChg chg="delSp modSp new mod">
        <pc:chgData name="Michiel Tognini" userId="be4e7c363be8a751" providerId="LiveId" clId="{0B0317F8-8DEC-4C11-83CD-F7FB3D4319C2}" dt="2022-03-04T09:46:26.746" v="6532" actId="20577"/>
        <pc:sldMkLst>
          <pc:docMk/>
          <pc:sldMk cId="3687060845" sldId="259"/>
        </pc:sldMkLst>
        <pc:spChg chg="del mod">
          <ac:chgData name="Michiel Tognini" userId="be4e7c363be8a751" providerId="LiveId" clId="{0B0317F8-8DEC-4C11-83CD-F7FB3D4319C2}" dt="2022-03-02T10:58:06.629" v="1018" actId="478"/>
          <ac:spMkLst>
            <pc:docMk/>
            <pc:sldMk cId="3687060845" sldId="259"/>
            <ac:spMk id="2" creationId="{24F8168E-739E-48C2-9097-E545395284A9}"/>
          </ac:spMkLst>
        </pc:spChg>
        <pc:spChg chg="mod">
          <ac:chgData name="Michiel Tognini" userId="be4e7c363be8a751" providerId="LiveId" clId="{0B0317F8-8DEC-4C11-83CD-F7FB3D4319C2}" dt="2022-03-04T09:46:26.746" v="6532" actId="20577"/>
          <ac:spMkLst>
            <pc:docMk/>
            <pc:sldMk cId="3687060845" sldId="259"/>
            <ac:spMk id="3" creationId="{2E9ACB23-CF71-4A9F-AE2F-D1ACEE5D4BE2}"/>
          </ac:spMkLst>
        </pc:spChg>
      </pc:sldChg>
      <pc:sldChg chg="addSp delSp modSp new mod setBg">
        <pc:chgData name="Michiel Tognini" userId="be4e7c363be8a751" providerId="LiveId" clId="{0B0317F8-8DEC-4C11-83CD-F7FB3D4319C2}" dt="2022-03-04T09:57:46.916" v="6597" actId="20577"/>
        <pc:sldMkLst>
          <pc:docMk/>
          <pc:sldMk cId="1128007930" sldId="260"/>
        </pc:sldMkLst>
        <pc:spChg chg="mod">
          <ac:chgData name="Michiel Tognini" userId="be4e7c363be8a751" providerId="LiveId" clId="{0B0317F8-8DEC-4C11-83CD-F7FB3D4319C2}" dt="2022-03-02T16:00:23.697" v="4557" actId="26606"/>
          <ac:spMkLst>
            <pc:docMk/>
            <pc:sldMk cId="1128007930" sldId="260"/>
            <ac:spMk id="2" creationId="{AB08A155-D305-459A-B575-136B6E1788A7}"/>
          </ac:spMkLst>
        </pc:spChg>
        <pc:spChg chg="mod">
          <ac:chgData name="Michiel Tognini" userId="be4e7c363be8a751" providerId="LiveId" clId="{0B0317F8-8DEC-4C11-83CD-F7FB3D4319C2}" dt="2022-03-04T09:57:46.916" v="6597" actId="20577"/>
          <ac:spMkLst>
            <pc:docMk/>
            <pc:sldMk cId="1128007930" sldId="260"/>
            <ac:spMk id="3" creationId="{A4B37AC2-B18F-4C93-AFDD-8FE1B17EDEB8}"/>
          </ac:spMkLst>
        </pc:spChg>
        <pc:spChg chg="add del">
          <ac:chgData name="Michiel Tognini" userId="be4e7c363be8a751" providerId="LiveId" clId="{0B0317F8-8DEC-4C11-83CD-F7FB3D4319C2}" dt="2022-03-02T16:00:23.697" v="4557" actId="26606"/>
          <ac:spMkLst>
            <pc:docMk/>
            <pc:sldMk cId="1128007930" sldId="260"/>
            <ac:spMk id="8" creationId="{9A6C2C86-63BF-47D5-AA3F-905111A238E2}"/>
          </ac:spMkLst>
        </pc:spChg>
        <pc:cxnChg chg="add del">
          <ac:chgData name="Michiel Tognini" userId="be4e7c363be8a751" providerId="LiveId" clId="{0B0317F8-8DEC-4C11-83CD-F7FB3D4319C2}" dt="2022-03-02T16:00:23.697" v="4557" actId="26606"/>
          <ac:cxnSpMkLst>
            <pc:docMk/>
            <pc:sldMk cId="1128007930" sldId="260"/>
            <ac:cxnSpMk id="10" creationId="{425A0768-3044-4AA9-A889-D2CAA68C517A}"/>
          </ac:cxnSpMkLst>
        </pc:cxnChg>
      </pc:sldChg>
      <pc:sldChg chg="addSp delSp modSp new mod setBg modClrScheme setClrOvrMap chgLayout">
        <pc:chgData name="Michiel Tognini" userId="be4e7c363be8a751" providerId="LiveId" clId="{0B0317F8-8DEC-4C11-83CD-F7FB3D4319C2}" dt="2022-03-02T15:46:21.222" v="4423" actId="26606"/>
        <pc:sldMkLst>
          <pc:docMk/>
          <pc:sldMk cId="748298942" sldId="261"/>
        </pc:sldMkLst>
        <pc:spChg chg="mod ord">
          <ac:chgData name="Michiel Tognini" userId="be4e7c363be8a751" providerId="LiveId" clId="{0B0317F8-8DEC-4C11-83CD-F7FB3D4319C2}" dt="2022-03-02T15:46:21.222" v="4423" actId="26606"/>
          <ac:spMkLst>
            <pc:docMk/>
            <pc:sldMk cId="748298942" sldId="261"/>
            <ac:spMk id="2" creationId="{98A64F1D-AF93-4A57-89B0-E030CCAADC1F}"/>
          </ac:spMkLst>
        </pc:spChg>
        <pc:spChg chg="del">
          <ac:chgData name="Michiel Tognini" userId="be4e7c363be8a751" providerId="LiveId" clId="{0B0317F8-8DEC-4C11-83CD-F7FB3D4319C2}" dt="2022-03-02T12:44:18.809" v="2297" actId="478"/>
          <ac:spMkLst>
            <pc:docMk/>
            <pc:sldMk cId="748298942" sldId="261"/>
            <ac:spMk id="3" creationId="{72C4C945-F342-44F7-BB34-ACCADA664A1C}"/>
          </ac:spMkLst>
        </pc:spChg>
        <pc:spChg chg="add mod ord">
          <ac:chgData name="Michiel Tognini" userId="be4e7c363be8a751" providerId="LiveId" clId="{0B0317F8-8DEC-4C11-83CD-F7FB3D4319C2}" dt="2022-03-02T15:46:21.222" v="4423" actId="26606"/>
          <ac:spMkLst>
            <pc:docMk/>
            <pc:sldMk cId="748298942" sldId="261"/>
            <ac:spMk id="5" creationId="{AFCE98C1-80D5-465B-9EEF-24B1D2065FCA}"/>
          </ac:spMkLst>
        </pc:spChg>
        <pc:spChg chg="add del mod ord">
          <ac:chgData name="Michiel Tognini" userId="be4e7c363be8a751" providerId="LiveId" clId="{0B0317F8-8DEC-4C11-83CD-F7FB3D4319C2}" dt="2022-03-02T12:44:59.783" v="2303" actId="478"/>
          <ac:spMkLst>
            <pc:docMk/>
            <pc:sldMk cId="748298942" sldId="261"/>
            <ac:spMk id="6" creationId="{B17D233B-3B56-47EE-A741-9142F90B1E4A}"/>
          </ac:spMkLst>
        </pc:spChg>
        <pc:spChg chg="add del">
          <ac:chgData name="Michiel Tognini" userId="be4e7c363be8a751" providerId="LiveId" clId="{0B0317F8-8DEC-4C11-83CD-F7FB3D4319C2}" dt="2022-03-02T15:46:14.793" v="4415" actId="26606"/>
          <ac:spMkLst>
            <pc:docMk/>
            <pc:sldMk cId="748298942" sldId="261"/>
            <ac:spMk id="10" creationId="{95CB840F-8E41-4CA5-B79B-25CC80AD234A}"/>
          </ac:spMkLst>
        </pc:spChg>
        <pc:spChg chg="add del">
          <ac:chgData name="Michiel Tognini" userId="be4e7c363be8a751" providerId="LiveId" clId="{0B0317F8-8DEC-4C11-83CD-F7FB3D4319C2}" dt="2022-03-02T15:45:31.010" v="4411" actId="26606"/>
          <ac:spMkLst>
            <pc:docMk/>
            <pc:sldMk cId="748298942" sldId="261"/>
            <ac:spMk id="12" creationId="{0A22D114-11B7-46ED-94A9-18DC1C977BF4}"/>
          </ac:spMkLst>
        </pc:spChg>
        <pc:spChg chg="add del">
          <ac:chgData name="Michiel Tognini" userId="be4e7c363be8a751" providerId="LiveId" clId="{0B0317F8-8DEC-4C11-83CD-F7FB3D4319C2}" dt="2022-03-02T15:46:15.555" v="4417" actId="26606"/>
          <ac:spMkLst>
            <pc:docMk/>
            <pc:sldMk cId="748298942" sldId="261"/>
            <ac:spMk id="13" creationId="{0A22D114-11B7-46ED-94A9-18DC1C977BF4}"/>
          </ac:spMkLst>
        </pc:spChg>
        <pc:spChg chg="add del">
          <ac:chgData name="Michiel Tognini" userId="be4e7c363be8a751" providerId="LiveId" clId="{0B0317F8-8DEC-4C11-83CD-F7FB3D4319C2}" dt="2022-03-02T15:46:17.612" v="4421" actId="26606"/>
          <ac:spMkLst>
            <pc:docMk/>
            <pc:sldMk cId="748298942" sldId="261"/>
            <ac:spMk id="14" creationId="{BEF75C5D-2BA1-43DF-A7EA-02C7DEC122DF}"/>
          </ac:spMkLst>
        </pc:spChg>
        <pc:spChg chg="add del">
          <ac:chgData name="Michiel Tognini" userId="be4e7c363be8a751" providerId="LiveId" clId="{0B0317F8-8DEC-4C11-83CD-F7FB3D4319C2}" dt="2022-03-02T15:46:16.491" v="4419" actId="26606"/>
          <ac:spMkLst>
            <pc:docMk/>
            <pc:sldMk cId="748298942" sldId="261"/>
            <ac:spMk id="15" creationId="{95CB840F-8E41-4CA5-B79B-25CC80AD234A}"/>
          </ac:spMkLst>
        </pc:spChg>
        <pc:spChg chg="add del">
          <ac:chgData name="Michiel Tognini" userId="be4e7c363be8a751" providerId="LiveId" clId="{0B0317F8-8DEC-4C11-83CD-F7FB3D4319C2}" dt="2022-03-02T15:46:17.612" v="4421" actId="26606"/>
          <ac:spMkLst>
            <pc:docMk/>
            <pc:sldMk cId="748298942" sldId="261"/>
            <ac:spMk id="17" creationId="{95CB840F-8E41-4CA5-B79B-25CC80AD234A}"/>
          </ac:spMkLst>
        </pc:spChg>
        <pc:spChg chg="add del">
          <ac:chgData name="Michiel Tognini" userId="be4e7c363be8a751" providerId="LiveId" clId="{0B0317F8-8DEC-4C11-83CD-F7FB3D4319C2}" dt="2022-03-02T15:46:21.222" v="4423" actId="26606"/>
          <ac:spMkLst>
            <pc:docMk/>
            <pc:sldMk cId="748298942" sldId="261"/>
            <ac:spMk id="19" creationId="{95CB840F-8E41-4CA5-B79B-25CC80AD234A}"/>
          </ac:spMkLst>
        </pc:spChg>
        <pc:picChg chg="add mod">
          <ac:chgData name="Michiel Tognini" userId="be4e7c363be8a751" providerId="LiveId" clId="{0B0317F8-8DEC-4C11-83CD-F7FB3D4319C2}" dt="2022-03-02T12:44:40.824" v="2301"/>
          <ac:picMkLst>
            <pc:docMk/>
            <pc:sldMk cId="748298942" sldId="261"/>
            <ac:picMk id="4" creationId="{2BFC1DB0-992F-4A4F-A7B5-6C54E56F64D3}"/>
          </ac:picMkLst>
        </pc:picChg>
        <pc:picChg chg="add mod">
          <ac:chgData name="Michiel Tognini" userId="be4e7c363be8a751" providerId="LiveId" clId="{0B0317F8-8DEC-4C11-83CD-F7FB3D4319C2}" dt="2022-03-02T15:46:21.222" v="4423" actId="26606"/>
          <ac:picMkLst>
            <pc:docMk/>
            <pc:sldMk cId="748298942" sldId="261"/>
            <ac:picMk id="7" creationId="{B8AE55CD-0576-4B9B-916C-6DD2F50370FE}"/>
          </ac:picMkLst>
        </pc:picChg>
        <pc:picChg chg="add del">
          <ac:chgData name="Michiel Tognini" userId="be4e7c363be8a751" providerId="LiveId" clId="{0B0317F8-8DEC-4C11-83CD-F7FB3D4319C2}" dt="2022-03-02T15:46:03.777" v="4413" actId="26606"/>
          <ac:picMkLst>
            <pc:docMk/>
            <pc:sldMk cId="748298942" sldId="261"/>
            <ac:picMk id="9" creationId="{5405F23C-C82E-4181-95EA-321F3D891A40}"/>
          </ac:picMkLst>
        </pc:picChg>
      </pc:sldChg>
      <pc:sldChg chg="addSp delSp modSp new mod setBg">
        <pc:chgData name="Michiel Tognini" userId="be4e7c363be8a751" providerId="LiveId" clId="{0B0317F8-8DEC-4C11-83CD-F7FB3D4319C2}" dt="2022-03-02T15:42:19.089" v="4379" actId="26606"/>
        <pc:sldMkLst>
          <pc:docMk/>
          <pc:sldMk cId="1475427761" sldId="262"/>
        </pc:sldMkLst>
        <pc:spChg chg="del">
          <ac:chgData name="Michiel Tognini" userId="be4e7c363be8a751" providerId="LiveId" clId="{0B0317F8-8DEC-4C11-83CD-F7FB3D4319C2}" dt="2022-03-02T12:49:18.375" v="2630" actId="478"/>
          <ac:spMkLst>
            <pc:docMk/>
            <pc:sldMk cId="1475427761" sldId="262"/>
            <ac:spMk id="2" creationId="{6C76FCD0-2D1A-449A-8E81-DE1805C45DBA}"/>
          </ac:spMkLst>
        </pc:spChg>
        <pc:spChg chg="del">
          <ac:chgData name="Michiel Tognini" userId="be4e7c363be8a751" providerId="LiveId" clId="{0B0317F8-8DEC-4C11-83CD-F7FB3D4319C2}" dt="2022-03-02T12:49:20.183" v="2631" actId="478"/>
          <ac:spMkLst>
            <pc:docMk/>
            <pc:sldMk cId="1475427761" sldId="262"/>
            <ac:spMk id="3" creationId="{3B1C9A2A-641F-4D1D-9B01-2C391F0B61CC}"/>
          </ac:spMkLst>
        </pc:spChg>
        <pc:spChg chg="del">
          <ac:chgData name="Michiel Tognini" userId="be4e7c363be8a751" providerId="LiveId" clId="{0B0317F8-8DEC-4C11-83CD-F7FB3D4319C2}" dt="2022-03-02T12:49:21.673" v="2632" actId="478"/>
          <ac:spMkLst>
            <pc:docMk/>
            <pc:sldMk cId="1475427761" sldId="262"/>
            <ac:spMk id="4" creationId="{206C0755-C304-4D11-876E-E91E300D1219}"/>
          </ac:spMkLst>
        </pc:spChg>
        <pc:spChg chg="add">
          <ac:chgData name="Michiel Tognini" userId="be4e7c363be8a751" providerId="LiveId" clId="{0B0317F8-8DEC-4C11-83CD-F7FB3D4319C2}" dt="2022-03-02T15:42:19.089" v="4379" actId="26606"/>
          <ac:spMkLst>
            <pc:docMk/>
            <pc:sldMk cId="1475427761" sldId="262"/>
            <ac:spMk id="7" creationId="{E24F7045-1B8B-4422-9330-0BC8BF6065E3}"/>
          </ac:spMkLst>
        </pc:spChg>
        <pc:spChg chg="add">
          <ac:chgData name="Michiel Tognini" userId="be4e7c363be8a751" providerId="LiveId" clId="{0B0317F8-8DEC-4C11-83CD-F7FB3D4319C2}" dt="2022-03-02T15:42:19.089" v="4379" actId="26606"/>
          <ac:spMkLst>
            <pc:docMk/>
            <pc:sldMk cId="1475427761" sldId="262"/>
            <ac:spMk id="8" creationId="{7ED0B3BD-E968-4364-878A-47D3A6AEF099}"/>
          </ac:spMkLst>
        </pc:spChg>
        <pc:spChg chg="add del">
          <ac:chgData name="Michiel Tognini" userId="be4e7c363be8a751" providerId="LiveId" clId="{0B0317F8-8DEC-4C11-83CD-F7FB3D4319C2}" dt="2022-03-02T15:42:17.733" v="4378" actId="26606"/>
          <ac:spMkLst>
            <pc:docMk/>
            <pc:sldMk cId="1475427761" sldId="262"/>
            <ac:spMk id="10" creationId="{5C56FD3A-4F39-4752-AC00-DB25CCA4ED73}"/>
          </ac:spMkLst>
        </pc:spChg>
        <pc:spChg chg="add del">
          <ac:chgData name="Michiel Tognini" userId="be4e7c363be8a751" providerId="LiveId" clId="{0B0317F8-8DEC-4C11-83CD-F7FB3D4319C2}" dt="2022-03-02T15:42:17.733" v="4378" actId="26606"/>
          <ac:spMkLst>
            <pc:docMk/>
            <pc:sldMk cId="1475427761" sldId="262"/>
            <ac:spMk id="12" creationId="{772527DF-A25C-46B4-A5D9-BBE2E310ACAF}"/>
          </ac:spMkLst>
        </pc:spChg>
        <pc:spChg chg="add">
          <ac:chgData name="Michiel Tognini" userId="be4e7c363be8a751" providerId="LiveId" clId="{0B0317F8-8DEC-4C11-83CD-F7FB3D4319C2}" dt="2022-03-02T15:42:19.089" v="4379" actId="26606"/>
          <ac:spMkLst>
            <pc:docMk/>
            <pc:sldMk cId="1475427761" sldId="262"/>
            <ac:spMk id="14" creationId="{C8E5BCBF-E5D0-444B-A584-4A5FF79F9D7E}"/>
          </ac:spMkLst>
        </pc:spChg>
        <pc:picChg chg="add mod">
          <ac:chgData name="Michiel Tognini" userId="be4e7c363be8a751" providerId="LiveId" clId="{0B0317F8-8DEC-4C11-83CD-F7FB3D4319C2}" dt="2022-03-02T15:42:19.089" v="4379" actId="26606"/>
          <ac:picMkLst>
            <pc:docMk/>
            <pc:sldMk cId="1475427761" sldId="262"/>
            <ac:picMk id="5" creationId="{B8A55417-92D2-4A8E-99D0-E9663C3F2ED6}"/>
          </ac:picMkLst>
        </pc:picChg>
      </pc:sldChg>
      <pc:sldChg chg="addSp delSp modSp new mod setBg">
        <pc:chgData name="Michiel Tognini" userId="be4e7c363be8a751" providerId="LiveId" clId="{0B0317F8-8DEC-4C11-83CD-F7FB3D4319C2}" dt="2022-03-02T15:42:11.350" v="4376" actId="26606"/>
        <pc:sldMkLst>
          <pc:docMk/>
          <pc:sldMk cId="2483519035" sldId="263"/>
        </pc:sldMkLst>
        <pc:spChg chg="del">
          <ac:chgData name="Michiel Tognini" userId="be4e7c363be8a751" providerId="LiveId" clId="{0B0317F8-8DEC-4C11-83CD-F7FB3D4319C2}" dt="2022-03-02T12:51:38.381" v="2638" actId="478"/>
          <ac:spMkLst>
            <pc:docMk/>
            <pc:sldMk cId="2483519035" sldId="263"/>
            <ac:spMk id="2" creationId="{143CD950-5567-47B5-A710-A6B753FEEA92}"/>
          </ac:spMkLst>
        </pc:spChg>
        <pc:spChg chg="del">
          <ac:chgData name="Michiel Tognini" userId="be4e7c363be8a751" providerId="LiveId" clId="{0B0317F8-8DEC-4C11-83CD-F7FB3D4319C2}" dt="2022-03-02T12:51:39.963" v="2639" actId="478"/>
          <ac:spMkLst>
            <pc:docMk/>
            <pc:sldMk cId="2483519035" sldId="263"/>
            <ac:spMk id="3" creationId="{A59BD56A-CB2E-49A5-83C1-DEB3DC3962EB}"/>
          </ac:spMkLst>
        </pc:spChg>
        <pc:spChg chg="del">
          <ac:chgData name="Michiel Tognini" userId="be4e7c363be8a751" providerId="LiveId" clId="{0B0317F8-8DEC-4C11-83CD-F7FB3D4319C2}" dt="2022-03-02T12:51:40.875" v="2640" actId="478"/>
          <ac:spMkLst>
            <pc:docMk/>
            <pc:sldMk cId="2483519035" sldId="263"/>
            <ac:spMk id="4" creationId="{651FE931-2D84-4CB7-AC44-0E9D68C4DB69}"/>
          </ac:spMkLst>
        </pc:spChg>
        <pc:spChg chg="add">
          <ac:chgData name="Michiel Tognini" userId="be4e7c363be8a751" providerId="LiveId" clId="{0B0317F8-8DEC-4C11-83CD-F7FB3D4319C2}" dt="2022-03-02T15:42:11.350" v="4376" actId="26606"/>
          <ac:spMkLst>
            <pc:docMk/>
            <pc:sldMk cId="2483519035" sldId="263"/>
            <ac:spMk id="7" creationId="{E24F7045-1B8B-4422-9330-0BC8BF6065E3}"/>
          </ac:spMkLst>
        </pc:spChg>
        <pc:spChg chg="add">
          <ac:chgData name="Michiel Tognini" userId="be4e7c363be8a751" providerId="LiveId" clId="{0B0317F8-8DEC-4C11-83CD-F7FB3D4319C2}" dt="2022-03-02T15:42:11.350" v="4376" actId="26606"/>
          <ac:spMkLst>
            <pc:docMk/>
            <pc:sldMk cId="2483519035" sldId="263"/>
            <ac:spMk id="12" creationId="{7ED0B3BD-E968-4364-878A-47D3A6AEF099}"/>
          </ac:spMkLst>
        </pc:spChg>
        <pc:spChg chg="add">
          <ac:chgData name="Michiel Tognini" userId="be4e7c363be8a751" providerId="LiveId" clId="{0B0317F8-8DEC-4C11-83CD-F7FB3D4319C2}" dt="2022-03-02T15:42:11.350" v="4376" actId="26606"/>
          <ac:spMkLst>
            <pc:docMk/>
            <pc:sldMk cId="2483519035" sldId="263"/>
            <ac:spMk id="14" creationId="{C8E5BCBF-E5D0-444B-A584-4A5FF79F9D7E}"/>
          </ac:spMkLst>
        </pc:spChg>
        <pc:picChg chg="add mod">
          <ac:chgData name="Michiel Tognini" userId="be4e7c363be8a751" providerId="LiveId" clId="{0B0317F8-8DEC-4C11-83CD-F7FB3D4319C2}" dt="2022-03-02T15:42:11.350" v="4376" actId="26606"/>
          <ac:picMkLst>
            <pc:docMk/>
            <pc:sldMk cId="2483519035" sldId="263"/>
            <ac:picMk id="5" creationId="{9D574634-CA1A-4219-BFEC-FFED0F7AA10C}"/>
          </ac:picMkLst>
        </pc:picChg>
        <pc:picChg chg="add del">
          <ac:chgData name="Michiel Tognini" userId="be4e7c363be8a751" providerId="LiveId" clId="{0B0317F8-8DEC-4C11-83CD-F7FB3D4319C2}" dt="2022-03-02T15:41:57.865" v="4373" actId="26606"/>
          <ac:picMkLst>
            <pc:docMk/>
            <pc:sldMk cId="2483519035" sldId="263"/>
            <ac:picMk id="10" creationId="{88D2FF5B-DD64-4389-8A61-76F48BB08807}"/>
          </ac:picMkLst>
        </pc:picChg>
      </pc:sldChg>
      <pc:sldChg chg="addSp delSp modSp new mod setBg modClrScheme chgLayout">
        <pc:chgData name="Michiel Tognini" userId="be4e7c363be8a751" providerId="LiveId" clId="{0B0317F8-8DEC-4C11-83CD-F7FB3D4319C2}" dt="2022-03-04T09:58:21.160" v="6607" actId="20577"/>
        <pc:sldMkLst>
          <pc:docMk/>
          <pc:sldMk cId="4285096309" sldId="264"/>
        </pc:sldMkLst>
        <pc:spChg chg="del">
          <ac:chgData name="Michiel Tognini" userId="be4e7c363be8a751" providerId="LiveId" clId="{0B0317F8-8DEC-4C11-83CD-F7FB3D4319C2}" dt="2022-03-02T12:52:48.620" v="2647" actId="700"/>
          <ac:spMkLst>
            <pc:docMk/>
            <pc:sldMk cId="4285096309" sldId="264"/>
            <ac:spMk id="2" creationId="{F5AEE583-C14B-4ECC-9AAF-84706A76B77C}"/>
          </ac:spMkLst>
        </pc:spChg>
        <pc:spChg chg="del">
          <ac:chgData name="Michiel Tognini" userId="be4e7c363be8a751" providerId="LiveId" clId="{0B0317F8-8DEC-4C11-83CD-F7FB3D4319C2}" dt="2022-03-02T12:52:48.620" v="2647" actId="700"/>
          <ac:spMkLst>
            <pc:docMk/>
            <pc:sldMk cId="4285096309" sldId="264"/>
            <ac:spMk id="3" creationId="{5355863F-ED1E-43CB-8DDC-4DDBE7AB371A}"/>
          </ac:spMkLst>
        </pc:spChg>
        <pc:spChg chg="del">
          <ac:chgData name="Michiel Tognini" userId="be4e7c363be8a751" providerId="LiveId" clId="{0B0317F8-8DEC-4C11-83CD-F7FB3D4319C2}" dt="2022-03-02T12:52:48.620" v="2647" actId="700"/>
          <ac:spMkLst>
            <pc:docMk/>
            <pc:sldMk cId="4285096309" sldId="264"/>
            <ac:spMk id="4" creationId="{64F47B08-9ACF-4C9F-96BA-A03775127283}"/>
          </ac:spMkLst>
        </pc:spChg>
        <pc:spChg chg="add del mod ord">
          <ac:chgData name="Michiel Tognini" userId="be4e7c363be8a751" providerId="LiveId" clId="{0B0317F8-8DEC-4C11-83CD-F7FB3D4319C2}" dt="2022-03-02T12:52:53.908" v="2648" actId="700"/>
          <ac:spMkLst>
            <pc:docMk/>
            <pc:sldMk cId="4285096309" sldId="264"/>
            <ac:spMk id="5" creationId="{94B3A4FA-CE5F-4DCE-B8D2-40BB271057DC}"/>
          </ac:spMkLst>
        </pc:spChg>
        <pc:spChg chg="add del mod ord">
          <ac:chgData name="Michiel Tognini" userId="be4e7c363be8a751" providerId="LiveId" clId="{0B0317F8-8DEC-4C11-83CD-F7FB3D4319C2}" dt="2022-03-02T12:52:53.908" v="2648" actId="700"/>
          <ac:spMkLst>
            <pc:docMk/>
            <pc:sldMk cId="4285096309" sldId="264"/>
            <ac:spMk id="6" creationId="{40D45060-83E8-4F9D-BAC0-BDBC4A9A735A}"/>
          </ac:spMkLst>
        </pc:spChg>
        <pc:spChg chg="add del mod ord">
          <ac:chgData name="Michiel Tognini" userId="be4e7c363be8a751" providerId="LiveId" clId="{0B0317F8-8DEC-4C11-83CD-F7FB3D4319C2}" dt="2022-03-02T12:52:53.908" v="2648" actId="700"/>
          <ac:spMkLst>
            <pc:docMk/>
            <pc:sldMk cId="4285096309" sldId="264"/>
            <ac:spMk id="7" creationId="{909D30CE-E32B-40A6-A7CA-134341AC7D11}"/>
          </ac:spMkLst>
        </pc:spChg>
        <pc:spChg chg="add mod ord">
          <ac:chgData name="Michiel Tognini" userId="be4e7c363be8a751" providerId="LiveId" clId="{0B0317F8-8DEC-4C11-83CD-F7FB3D4319C2}" dt="2022-03-02T15:43:31.275" v="4391" actId="26606"/>
          <ac:spMkLst>
            <pc:docMk/>
            <pc:sldMk cId="4285096309" sldId="264"/>
            <ac:spMk id="8" creationId="{F2ED49AB-917E-48BC-B84D-A2C24A86F184}"/>
          </ac:spMkLst>
        </pc:spChg>
        <pc:spChg chg="add del mod ord">
          <ac:chgData name="Michiel Tognini" userId="be4e7c363be8a751" providerId="LiveId" clId="{0B0317F8-8DEC-4C11-83CD-F7FB3D4319C2}" dt="2022-03-02T15:43:09.364" v="4390" actId="26606"/>
          <ac:spMkLst>
            <pc:docMk/>
            <pc:sldMk cId="4285096309" sldId="264"/>
            <ac:spMk id="9" creationId="{F883E427-848A-4802-886D-3D3A67E36EB3}"/>
          </ac:spMkLst>
        </pc:spChg>
        <pc:graphicFrameChg chg="add del">
          <ac:chgData name="Michiel Tognini" userId="be4e7c363be8a751" providerId="LiveId" clId="{0B0317F8-8DEC-4C11-83CD-F7FB3D4319C2}" dt="2022-03-02T15:41:47" v="4371" actId="26606"/>
          <ac:graphicFrameMkLst>
            <pc:docMk/>
            <pc:sldMk cId="4285096309" sldId="264"/>
            <ac:graphicFrameMk id="11" creationId="{DDA042E1-64F7-4998-96BE-60DE90F50A00}"/>
          </ac:graphicFrameMkLst>
        </pc:graphicFrameChg>
        <pc:graphicFrameChg chg="add del">
          <ac:chgData name="Michiel Tognini" userId="be4e7c363be8a751" providerId="LiveId" clId="{0B0317F8-8DEC-4C11-83CD-F7FB3D4319C2}" dt="2022-03-02T15:42:50.260" v="4381" actId="26606"/>
          <ac:graphicFrameMkLst>
            <pc:docMk/>
            <pc:sldMk cId="4285096309" sldId="264"/>
            <ac:graphicFrameMk id="12" creationId="{80B5B173-4449-4B7E-AD7F-0C08214777E1}"/>
          </ac:graphicFrameMkLst>
        </pc:graphicFrameChg>
        <pc:graphicFrameChg chg="add del">
          <ac:chgData name="Michiel Tognini" userId="be4e7c363be8a751" providerId="LiveId" clId="{0B0317F8-8DEC-4C11-83CD-F7FB3D4319C2}" dt="2022-03-02T15:42:55.375" v="4383" actId="26606"/>
          <ac:graphicFrameMkLst>
            <pc:docMk/>
            <pc:sldMk cId="4285096309" sldId="264"/>
            <ac:graphicFrameMk id="14" creationId="{66D81647-0428-4E07-A7C1-09811464B61D}"/>
          </ac:graphicFrameMkLst>
        </pc:graphicFrameChg>
        <pc:graphicFrameChg chg="add del">
          <ac:chgData name="Michiel Tognini" userId="be4e7c363be8a751" providerId="LiveId" clId="{0B0317F8-8DEC-4C11-83CD-F7FB3D4319C2}" dt="2022-03-02T15:42:57.397" v="4385" actId="26606"/>
          <ac:graphicFrameMkLst>
            <pc:docMk/>
            <pc:sldMk cId="4285096309" sldId="264"/>
            <ac:graphicFrameMk id="16" creationId="{CA40F542-4326-4FDA-B8BC-DFE1F5DD7158}"/>
          </ac:graphicFrameMkLst>
        </pc:graphicFrameChg>
        <pc:graphicFrameChg chg="add del">
          <ac:chgData name="Michiel Tognini" userId="be4e7c363be8a751" providerId="LiveId" clId="{0B0317F8-8DEC-4C11-83CD-F7FB3D4319C2}" dt="2022-03-02T15:43:08.347" v="4387" actId="26606"/>
          <ac:graphicFrameMkLst>
            <pc:docMk/>
            <pc:sldMk cId="4285096309" sldId="264"/>
            <ac:graphicFrameMk id="18" creationId="{1D1B0FB2-4C4E-4AD5-8342-D5E08988112E}"/>
          </ac:graphicFrameMkLst>
        </pc:graphicFrameChg>
        <pc:graphicFrameChg chg="add del">
          <ac:chgData name="Michiel Tognini" userId="be4e7c363be8a751" providerId="LiveId" clId="{0B0317F8-8DEC-4C11-83CD-F7FB3D4319C2}" dt="2022-03-02T15:43:09.352" v="4389" actId="26606"/>
          <ac:graphicFrameMkLst>
            <pc:docMk/>
            <pc:sldMk cId="4285096309" sldId="264"/>
            <ac:graphicFrameMk id="20" creationId="{79C4B328-8CE8-46EF-82AE-0A3CD544BD9E}"/>
          </ac:graphicFrameMkLst>
        </pc:graphicFrameChg>
        <pc:graphicFrameChg chg="add mod modGraphic">
          <ac:chgData name="Michiel Tognini" userId="be4e7c363be8a751" providerId="LiveId" clId="{0B0317F8-8DEC-4C11-83CD-F7FB3D4319C2}" dt="2022-03-04T09:58:21.160" v="6607" actId="20577"/>
          <ac:graphicFrameMkLst>
            <pc:docMk/>
            <pc:sldMk cId="4285096309" sldId="264"/>
            <ac:graphicFrameMk id="22" creationId="{1D1B0FB2-4C4E-4AD5-8342-D5E08988112E}"/>
          </ac:graphicFrameMkLst>
        </pc:graphicFrameChg>
        <pc:picChg chg="add">
          <ac:chgData name="Michiel Tognini" userId="be4e7c363be8a751" providerId="LiveId" clId="{0B0317F8-8DEC-4C11-83CD-F7FB3D4319C2}" dt="2022-03-02T15:43:31.275" v="4391" actId="26606"/>
          <ac:picMkLst>
            <pc:docMk/>
            <pc:sldMk cId="4285096309" sldId="264"/>
            <ac:picMk id="27" creationId="{A8D526D7-C782-4F65-A21F-A6B40D869B47}"/>
          </ac:picMkLst>
        </pc:picChg>
      </pc:sldChg>
      <pc:sldChg chg="addSp delSp modSp new mod ord setBg setClrOvrMap">
        <pc:chgData name="Michiel Tognini" userId="be4e7c363be8a751" providerId="LiveId" clId="{0B0317F8-8DEC-4C11-83CD-F7FB3D4319C2}" dt="2022-03-04T10:07:02.334" v="6689"/>
        <pc:sldMkLst>
          <pc:docMk/>
          <pc:sldMk cId="321154907" sldId="265"/>
        </pc:sldMkLst>
        <pc:spChg chg="mod">
          <ac:chgData name="Michiel Tognini" userId="be4e7c363be8a751" providerId="LiveId" clId="{0B0317F8-8DEC-4C11-83CD-F7FB3D4319C2}" dt="2022-03-04T10:01:12.197" v="6625" actId="20577"/>
          <ac:spMkLst>
            <pc:docMk/>
            <pc:sldMk cId="321154907" sldId="265"/>
            <ac:spMk id="2" creationId="{87CDAB5D-0624-4A2D-BD11-AAE47E85780D}"/>
          </ac:spMkLst>
        </pc:spChg>
        <pc:spChg chg="add del mod">
          <ac:chgData name="Michiel Tognini" userId="be4e7c363be8a751" providerId="LiveId" clId="{0B0317F8-8DEC-4C11-83CD-F7FB3D4319C2}" dt="2022-03-04T10:00:17.560" v="6608" actId="478"/>
          <ac:spMkLst>
            <pc:docMk/>
            <pc:sldMk cId="321154907" sldId="265"/>
            <ac:spMk id="3" creationId="{AAA740C1-C6C7-4CEF-800C-A3C17B9B184D}"/>
          </ac:spMkLst>
        </pc:spChg>
        <pc:spChg chg="add del mod">
          <ac:chgData name="Michiel Tognini" userId="be4e7c363be8a751" providerId="LiveId" clId="{0B0317F8-8DEC-4C11-83CD-F7FB3D4319C2}" dt="2022-03-04T10:00:20.196" v="6609" actId="478"/>
          <ac:spMkLst>
            <pc:docMk/>
            <pc:sldMk cId="321154907" sldId="265"/>
            <ac:spMk id="5" creationId="{786B54EE-6DCC-48F4-A3D8-B2ACF87DFE72}"/>
          </ac:spMkLst>
        </pc:spChg>
        <pc:spChg chg="add">
          <ac:chgData name="Michiel Tognini" userId="be4e7c363be8a751" providerId="LiveId" clId="{0B0317F8-8DEC-4C11-83CD-F7FB3D4319C2}" dt="2022-03-04T10:00:31.247" v="6611" actId="26606"/>
          <ac:spMkLst>
            <pc:docMk/>
            <pc:sldMk cId="321154907" sldId="265"/>
            <ac:spMk id="11" creationId="{6540ED7E-4309-4CF9-9C8D-82E304E02832}"/>
          </ac:spMkLst>
        </pc:spChg>
        <pc:spChg chg="add">
          <ac:chgData name="Michiel Tognini" userId="be4e7c363be8a751" providerId="LiveId" clId="{0B0317F8-8DEC-4C11-83CD-F7FB3D4319C2}" dt="2022-03-04T10:00:31.247" v="6611" actId="26606"/>
          <ac:spMkLst>
            <pc:docMk/>
            <pc:sldMk cId="321154907" sldId="265"/>
            <ac:spMk id="13" creationId="{CA8ACC6B-EC7C-4E3C-8D08-C0A3AA40779C}"/>
          </ac:spMkLst>
        </pc:spChg>
        <pc:graphicFrameChg chg="add del">
          <ac:chgData name="Michiel Tognini" userId="be4e7c363be8a751" providerId="LiveId" clId="{0B0317F8-8DEC-4C11-83CD-F7FB3D4319C2}" dt="2022-03-02T15:46:46.300" v="4426" actId="26606"/>
          <ac:graphicFrameMkLst>
            <pc:docMk/>
            <pc:sldMk cId="321154907" sldId="265"/>
            <ac:graphicFrameMk id="5" creationId="{77691D39-AF1B-436A-BB17-5CB4017F7F4E}"/>
          </ac:graphicFrameMkLst>
        </pc:graphicFrameChg>
        <pc:graphicFrameChg chg="add del">
          <ac:chgData name="Michiel Tognini" userId="be4e7c363be8a751" providerId="LiveId" clId="{0B0317F8-8DEC-4C11-83CD-F7FB3D4319C2}" dt="2022-03-02T15:46:56.964" v="4428" actId="26606"/>
          <ac:graphicFrameMkLst>
            <pc:docMk/>
            <pc:sldMk cId="321154907" sldId="265"/>
            <ac:graphicFrameMk id="6" creationId="{AA459E0B-BA3F-4E5E-8CE7-EBA7B1E607D3}"/>
          </ac:graphicFrameMkLst>
        </pc:graphicFrameChg>
        <pc:graphicFrameChg chg="add mod modGraphic">
          <ac:chgData name="Michiel Tognini" userId="be4e7c363be8a751" providerId="LiveId" clId="{0B0317F8-8DEC-4C11-83CD-F7FB3D4319C2}" dt="2022-03-04T10:01:29.336" v="6629" actId="14100"/>
          <ac:graphicFrameMkLst>
            <pc:docMk/>
            <pc:sldMk cId="321154907" sldId="265"/>
            <ac:graphicFrameMk id="6" creationId="{D6D98F9B-AA3A-4E25-938C-62A29600E539}"/>
          </ac:graphicFrameMkLst>
        </pc:graphicFrameChg>
        <pc:picChg chg="add del">
          <ac:chgData name="Michiel Tognini" userId="be4e7c363be8a751" providerId="LiveId" clId="{0B0317F8-8DEC-4C11-83CD-F7FB3D4319C2}" dt="2022-03-02T15:46:56.964" v="4428" actId="26606"/>
          <ac:picMkLst>
            <pc:docMk/>
            <pc:sldMk cId="321154907" sldId="265"/>
            <ac:picMk id="9" creationId="{82AABC82-C2D1-4340-A6DF-6E73DF06FCAC}"/>
          </ac:picMkLst>
        </pc:picChg>
      </pc:sldChg>
      <pc:sldChg chg="addSp delSp modSp new mod setBg setClrOvrMap">
        <pc:chgData name="Michiel Tognini" userId="be4e7c363be8a751" providerId="LiveId" clId="{0B0317F8-8DEC-4C11-83CD-F7FB3D4319C2}" dt="2022-03-02T15:52:42.848" v="4522" actId="404"/>
        <pc:sldMkLst>
          <pc:docMk/>
          <pc:sldMk cId="1211746394" sldId="266"/>
        </pc:sldMkLst>
        <pc:spChg chg="mod">
          <ac:chgData name="Michiel Tognini" userId="be4e7c363be8a751" providerId="LiveId" clId="{0B0317F8-8DEC-4C11-83CD-F7FB3D4319C2}" dt="2022-03-02T15:49:03.789" v="4485" actId="26606"/>
          <ac:spMkLst>
            <pc:docMk/>
            <pc:sldMk cId="1211746394" sldId="266"/>
            <ac:spMk id="2" creationId="{E0195FA1-585F-451A-B514-427577D2B86D}"/>
          </ac:spMkLst>
        </pc:spChg>
        <pc:spChg chg="add del mod">
          <ac:chgData name="Michiel Tognini" userId="be4e7c363be8a751" providerId="LiveId" clId="{0B0317F8-8DEC-4C11-83CD-F7FB3D4319C2}" dt="2022-03-02T15:48:02.288" v="4461" actId="26606"/>
          <ac:spMkLst>
            <pc:docMk/>
            <pc:sldMk cId="1211746394" sldId="266"/>
            <ac:spMk id="3" creationId="{FF841E1C-7560-430D-9FA3-88DD9FF560FC}"/>
          </ac:spMkLst>
        </pc:spChg>
        <pc:spChg chg="add del mod">
          <ac:chgData name="Michiel Tognini" userId="be4e7c363be8a751" providerId="LiveId" clId="{0B0317F8-8DEC-4C11-83CD-F7FB3D4319C2}" dt="2022-03-02T13:21:27.687" v="3700" actId="478"/>
          <ac:spMkLst>
            <pc:docMk/>
            <pc:sldMk cId="1211746394" sldId="266"/>
            <ac:spMk id="5" creationId="{9925CEDA-95A5-4B84-88DC-23485093801B}"/>
          </ac:spMkLst>
        </pc:spChg>
        <pc:spChg chg="add del">
          <ac:chgData name="Michiel Tognini" userId="be4e7c363be8a751" providerId="LiveId" clId="{0B0317F8-8DEC-4C11-83CD-F7FB3D4319C2}" dt="2022-03-02T15:47:19.737" v="4432" actId="26606"/>
          <ac:spMkLst>
            <pc:docMk/>
            <pc:sldMk cId="1211746394" sldId="266"/>
            <ac:spMk id="8" creationId="{9A6C2C86-63BF-47D5-AA3F-905111A238E2}"/>
          </ac:spMkLst>
        </pc:spChg>
        <pc:spChg chg="add del">
          <ac:chgData name="Michiel Tognini" userId="be4e7c363be8a751" providerId="LiveId" clId="{0B0317F8-8DEC-4C11-83CD-F7FB3D4319C2}" dt="2022-03-02T15:47:31.571" v="4442" actId="26606"/>
          <ac:spMkLst>
            <pc:docMk/>
            <pc:sldMk cId="1211746394" sldId="266"/>
            <ac:spMk id="21" creationId="{1C3D9BD5-A493-4B97-963D-60135D533822}"/>
          </ac:spMkLst>
        </pc:spChg>
        <pc:spChg chg="add del">
          <ac:chgData name="Michiel Tognini" userId="be4e7c363be8a751" providerId="LiveId" clId="{0B0317F8-8DEC-4C11-83CD-F7FB3D4319C2}" dt="2022-03-02T15:47:31.571" v="4442" actId="26606"/>
          <ac:spMkLst>
            <pc:docMk/>
            <pc:sldMk cId="1211746394" sldId="266"/>
            <ac:spMk id="22" creationId="{1F759AF4-E342-4E60-8A32-C44A328F2F42}"/>
          </ac:spMkLst>
        </pc:spChg>
        <pc:spChg chg="add del">
          <ac:chgData name="Michiel Tognini" userId="be4e7c363be8a751" providerId="LiveId" clId="{0B0317F8-8DEC-4C11-83CD-F7FB3D4319C2}" dt="2022-03-02T15:47:31.571" v="4442" actId="26606"/>
          <ac:spMkLst>
            <pc:docMk/>
            <pc:sldMk cId="1211746394" sldId="266"/>
            <ac:spMk id="23" creationId="{FF841E1C-7560-430D-9FA3-88DD9FF560FC}"/>
          </ac:spMkLst>
        </pc:spChg>
        <pc:spChg chg="add del">
          <ac:chgData name="Michiel Tognini" userId="be4e7c363be8a751" providerId="LiveId" clId="{0B0317F8-8DEC-4C11-83CD-F7FB3D4319C2}" dt="2022-03-02T15:47:35.157" v="4444" actId="26606"/>
          <ac:spMkLst>
            <pc:docMk/>
            <pc:sldMk cId="1211746394" sldId="266"/>
            <ac:spMk id="26" creationId="{2C10C105-EEB5-43F7-AA95-5DDB920D75B0}"/>
          </ac:spMkLst>
        </pc:spChg>
        <pc:spChg chg="add del">
          <ac:chgData name="Michiel Tognini" userId="be4e7c363be8a751" providerId="LiveId" clId="{0B0317F8-8DEC-4C11-83CD-F7FB3D4319C2}" dt="2022-03-02T15:47:35.157" v="4444" actId="26606"/>
          <ac:spMkLst>
            <pc:docMk/>
            <pc:sldMk cId="1211746394" sldId="266"/>
            <ac:spMk id="28" creationId="{FF841E1C-7560-430D-9FA3-88DD9FF560FC}"/>
          </ac:spMkLst>
        </pc:spChg>
        <pc:spChg chg="add del">
          <ac:chgData name="Michiel Tognini" userId="be4e7c363be8a751" providerId="LiveId" clId="{0B0317F8-8DEC-4C11-83CD-F7FB3D4319C2}" dt="2022-03-02T15:47:35.593" v="4446" actId="26606"/>
          <ac:spMkLst>
            <pc:docMk/>
            <pc:sldMk cId="1211746394" sldId="266"/>
            <ac:spMk id="30" creationId="{1C3D9BD5-A493-4B97-963D-60135D533822}"/>
          </ac:spMkLst>
        </pc:spChg>
        <pc:spChg chg="add del">
          <ac:chgData name="Michiel Tognini" userId="be4e7c363be8a751" providerId="LiveId" clId="{0B0317F8-8DEC-4C11-83CD-F7FB3D4319C2}" dt="2022-03-02T15:47:35.593" v="4446" actId="26606"/>
          <ac:spMkLst>
            <pc:docMk/>
            <pc:sldMk cId="1211746394" sldId="266"/>
            <ac:spMk id="31" creationId="{1F759AF4-E342-4E60-8A32-C44A328F2F42}"/>
          </ac:spMkLst>
        </pc:spChg>
        <pc:spChg chg="add del">
          <ac:chgData name="Michiel Tognini" userId="be4e7c363be8a751" providerId="LiveId" clId="{0B0317F8-8DEC-4C11-83CD-F7FB3D4319C2}" dt="2022-03-02T15:47:35.593" v="4446" actId="26606"/>
          <ac:spMkLst>
            <pc:docMk/>
            <pc:sldMk cId="1211746394" sldId="266"/>
            <ac:spMk id="32" creationId="{FF841E1C-7560-430D-9FA3-88DD9FF560FC}"/>
          </ac:spMkLst>
        </pc:spChg>
        <pc:spChg chg="add del">
          <ac:chgData name="Michiel Tognini" userId="be4e7c363be8a751" providerId="LiveId" clId="{0B0317F8-8DEC-4C11-83CD-F7FB3D4319C2}" dt="2022-03-02T15:47:39.940" v="4448" actId="26606"/>
          <ac:spMkLst>
            <pc:docMk/>
            <pc:sldMk cId="1211746394" sldId="266"/>
            <ac:spMk id="35" creationId="{769960A3-4EE1-43D2-ABFC-C7A03ED21489}"/>
          </ac:spMkLst>
        </pc:spChg>
        <pc:spChg chg="add del">
          <ac:chgData name="Michiel Tognini" userId="be4e7c363be8a751" providerId="LiveId" clId="{0B0317F8-8DEC-4C11-83CD-F7FB3D4319C2}" dt="2022-03-02T15:47:39.940" v="4448" actId="26606"/>
          <ac:spMkLst>
            <pc:docMk/>
            <pc:sldMk cId="1211746394" sldId="266"/>
            <ac:spMk id="37" creationId="{FF841E1C-7560-430D-9FA3-88DD9FF560FC}"/>
          </ac:spMkLst>
        </pc:spChg>
        <pc:spChg chg="add del">
          <ac:chgData name="Michiel Tognini" userId="be4e7c363be8a751" providerId="LiveId" clId="{0B0317F8-8DEC-4C11-83CD-F7FB3D4319C2}" dt="2022-03-02T15:47:41.426" v="4450" actId="26606"/>
          <ac:spMkLst>
            <pc:docMk/>
            <pc:sldMk cId="1211746394" sldId="266"/>
            <ac:spMk id="39" creationId="{69652D62-ECFB-408E-ABE6-155A644F433D}"/>
          </ac:spMkLst>
        </pc:spChg>
        <pc:spChg chg="add del">
          <ac:chgData name="Michiel Tognini" userId="be4e7c363be8a751" providerId="LiveId" clId="{0B0317F8-8DEC-4C11-83CD-F7FB3D4319C2}" dt="2022-03-02T15:47:41.426" v="4450" actId="26606"/>
          <ac:spMkLst>
            <pc:docMk/>
            <pc:sldMk cId="1211746394" sldId="266"/>
            <ac:spMk id="40" creationId="{C1FEA985-924B-4044-8778-32D1E7164C01}"/>
          </ac:spMkLst>
        </pc:spChg>
        <pc:spChg chg="add del">
          <ac:chgData name="Michiel Tognini" userId="be4e7c363be8a751" providerId="LiveId" clId="{0B0317F8-8DEC-4C11-83CD-F7FB3D4319C2}" dt="2022-03-02T15:47:41.426" v="4450" actId="26606"/>
          <ac:spMkLst>
            <pc:docMk/>
            <pc:sldMk cId="1211746394" sldId="266"/>
            <ac:spMk id="42" creationId="{FF841E1C-7560-430D-9FA3-88DD9FF560FC}"/>
          </ac:spMkLst>
        </pc:spChg>
        <pc:spChg chg="add del">
          <ac:chgData name="Michiel Tognini" userId="be4e7c363be8a751" providerId="LiveId" clId="{0B0317F8-8DEC-4C11-83CD-F7FB3D4319C2}" dt="2022-03-02T15:47:42.719" v="4452" actId="26606"/>
          <ac:spMkLst>
            <pc:docMk/>
            <pc:sldMk cId="1211746394" sldId="266"/>
            <ac:spMk id="45" creationId="{FF841E1C-7560-430D-9FA3-88DD9FF560FC}"/>
          </ac:spMkLst>
        </pc:spChg>
        <pc:spChg chg="add del">
          <ac:chgData name="Michiel Tognini" userId="be4e7c363be8a751" providerId="LiveId" clId="{0B0317F8-8DEC-4C11-83CD-F7FB3D4319C2}" dt="2022-03-02T15:48:53.632" v="4482" actId="26606"/>
          <ac:spMkLst>
            <pc:docMk/>
            <pc:sldMk cId="1211746394" sldId="266"/>
            <ac:spMk id="67" creationId="{905E7363-5E6B-4EA2-A007-EB497636C946}"/>
          </ac:spMkLst>
        </pc:spChg>
        <pc:graphicFrameChg chg="add del">
          <ac:chgData name="Michiel Tognini" userId="be4e7c363be8a751" providerId="LiveId" clId="{0B0317F8-8DEC-4C11-83CD-F7FB3D4319C2}" dt="2022-03-02T15:47:03.606" v="4430" actId="26606"/>
          <ac:graphicFrameMkLst>
            <pc:docMk/>
            <pc:sldMk cId="1211746394" sldId="266"/>
            <ac:graphicFrameMk id="6" creationId="{E43B94BD-B271-4F23-8953-76CCF2BD8E47}"/>
          </ac:graphicFrameMkLst>
        </pc:graphicFrameChg>
        <pc:graphicFrameChg chg="add del">
          <ac:chgData name="Michiel Tognini" userId="be4e7c363be8a751" providerId="LiveId" clId="{0B0317F8-8DEC-4C11-83CD-F7FB3D4319C2}" dt="2022-03-02T15:47:22.525" v="4434" actId="26606"/>
          <ac:graphicFrameMkLst>
            <pc:docMk/>
            <pc:sldMk cId="1211746394" sldId="266"/>
            <ac:graphicFrameMk id="12" creationId="{226ABAFE-F428-4729-BBD8-405475195F19}"/>
          </ac:graphicFrameMkLst>
        </pc:graphicFrameChg>
        <pc:graphicFrameChg chg="add del">
          <ac:chgData name="Michiel Tognini" userId="be4e7c363be8a751" providerId="LiveId" clId="{0B0317F8-8DEC-4C11-83CD-F7FB3D4319C2}" dt="2022-03-02T15:47:24.599" v="4436" actId="26606"/>
          <ac:graphicFrameMkLst>
            <pc:docMk/>
            <pc:sldMk cId="1211746394" sldId="266"/>
            <ac:graphicFrameMk id="14" creationId="{29BA70B8-9BB9-47E6-82A3-E889C3782DF7}"/>
          </ac:graphicFrameMkLst>
        </pc:graphicFrameChg>
        <pc:graphicFrameChg chg="add del">
          <ac:chgData name="Michiel Tognini" userId="be4e7c363be8a751" providerId="LiveId" clId="{0B0317F8-8DEC-4C11-83CD-F7FB3D4319C2}" dt="2022-03-02T15:47:27.629" v="4438" actId="26606"/>
          <ac:graphicFrameMkLst>
            <pc:docMk/>
            <pc:sldMk cId="1211746394" sldId="266"/>
            <ac:graphicFrameMk id="16" creationId="{226ABAFE-F428-4729-BBD8-405475195F19}"/>
          </ac:graphicFrameMkLst>
        </pc:graphicFrameChg>
        <pc:graphicFrameChg chg="add del">
          <ac:chgData name="Michiel Tognini" userId="be4e7c363be8a751" providerId="LiveId" clId="{0B0317F8-8DEC-4C11-83CD-F7FB3D4319C2}" dt="2022-03-02T15:47:31" v="4440" actId="26606"/>
          <ac:graphicFrameMkLst>
            <pc:docMk/>
            <pc:sldMk cId="1211746394" sldId="266"/>
            <ac:graphicFrameMk id="19" creationId="{3A95B119-1330-4536-9665-180F39F3E399}"/>
          </ac:graphicFrameMkLst>
        </pc:graphicFrameChg>
        <pc:graphicFrameChg chg="add del">
          <ac:chgData name="Michiel Tognini" userId="be4e7c363be8a751" providerId="LiveId" clId="{0B0317F8-8DEC-4C11-83CD-F7FB3D4319C2}" dt="2022-03-02T15:47:43.826" v="4454" actId="26606"/>
          <ac:graphicFrameMkLst>
            <pc:docMk/>
            <pc:sldMk cId="1211746394" sldId="266"/>
            <ac:graphicFrameMk id="48" creationId="{3A95B119-1330-4536-9665-180F39F3E399}"/>
          </ac:graphicFrameMkLst>
        </pc:graphicFrameChg>
        <pc:graphicFrameChg chg="add del">
          <ac:chgData name="Michiel Tognini" userId="be4e7c363be8a751" providerId="LiveId" clId="{0B0317F8-8DEC-4C11-83CD-F7FB3D4319C2}" dt="2022-03-02T15:47:44.388" v="4456" actId="26606"/>
          <ac:graphicFrameMkLst>
            <pc:docMk/>
            <pc:sldMk cId="1211746394" sldId="266"/>
            <ac:graphicFrameMk id="51" creationId="{276308E2-8EA9-4A92-AF5B-D944F1FD3299}"/>
          </ac:graphicFrameMkLst>
        </pc:graphicFrameChg>
        <pc:graphicFrameChg chg="add del">
          <ac:chgData name="Michiel Tognini" userId="be4e7c363be8a751" providerId="LiveId" clId="{0B0317F8-8DEC-4C11-83CD-F7FB3D4319C2}" dt="2022-03-02T15:47:45.526" v="4458" actId="26606"/>
          <ac:graphicFrameMkLst>
            <pc:docMk/>
            <pc:sldMk cId="1211746394" sldId="266"/>
            <ac:graphicFrameMk id="53" creationId="{D99CD5E6-FDA0-430D-B154-31C879336178}"/>
          </ac:graphicFrameMkLst>
        </pc:graphicFrameChg>
        <pc:graphicFrameChg chg="add del">
          <ac:chgData name="Michiel Tognini" userId="be4e7c363be8a751" providerId="LiveId" clId="{0B0317F8-8DEC-4C11-83CD-F7FB3D4319C2}" dt="2022-03-02T15:48:02.236" v="4460" actId="26606"/>
          <ac:graphicFrameMkLst>
            <pc:docMk/>
            <pc:sldMk cId="1211746394" sldId="266"/>
            <ac:graphicFrameMk id="55" creationId="{29BA70B8-9BB9-47E6-82A3-E889C3782DF7}"/>
          </ac:graphicFrameMkLst>
        </pc:graphicFrameChg>
        <pc:graphicFrameChg chg="add mod modGraphic">
          <ac:chgData name="Michiel Tognini" userId="be4e7c363be8a751" providerId="LiveId" clId="{0B0317F8-8DEC-4C11-83CD-F7FB3D4319C2}" dt="2022-03-02T15:52:42.848" v="4522" actId="404"/>
          <ac:graphicFrameMkLst>
            <pc:docMk/>
            <pc:sldMk cId="1211746394" sldId="266"/>
            <ac:graphicFrameMk id="57" creationId="{46150FEF-02C8-4D23-8C6E-2D66B3731AD1}"/>
          </ac:graphicFrameMkLst>
        </pc:graphicFrameChg>
        <pc:picChg chg="add del">
          <ac:chgData name="Michiel Tognini" userId="be4e7c363be8a751" providerId="LiveId" clId="{0B0317F8-8DEC-4C11-83CD-F7FB3D4319C2}" dt="2022-03-02T15:47:03.606" v="4430" actId="26606"/>
          <ac:picMkLst>
            <pc:docMk/>
            <pc:sldMk cId="1211746394" sldId="266"/>
            <ac:picMk id="9" creationId="{A8D526D7-C782-4F65-A21F-A6B40D869B47}"/>
          </ac:picMkLst>
        </pc:picChg>
        <pc:picChg chg="add del">
          <ac:chgData name="Michiel Tognini" userId="be4e7c363be8a751" providerId="LiveId" clId="{0B0317F8-8DEC-4C11-83CD-F7FB3D4319C2}" dt="2022-03-02T15:47:31" v="4440" actId="26606"/>
          <ac:picMkLst>
            <pc:docMk/>
            <pc:sldMk cId="1211746394" sldId="266"/>
            <ac:picMk id="18" creationId="{B577D423-FE81-4236-89DE-39776B810941}"/>
          </ac:picMkLst>
        </pc:picChg>
        <pc:picChg chg="add del">
          <ac:chgData name="Michiel Tognini" userId="be4e7c363be8a751" providerId="LiveId" clId="{0B0317F8-8DEC-4C11-83CD-F7FB3D4319C2}" dt="2022-03-02T15:47:35.157" v="4444" actId="26606"/>
          <ac:picMkLst>
            <pc:docMk/>
            <pc:sldMk cId="1211746394" sldId="266"/>
            <ac:picMk id="27" creationId="{94BF495F-706E-4740-8918-C1F52CEA9D0B}"/>
          </ac:picMkLst>
        </pc:picChg>
        <pc:picChg chg="add del">
          <ac:chgData name="Michiel Tognini" userId="be4e7c363be8a751" providerId="LiveId" clId="{0B0317F8-8DEC-4C11-83CD-F7FB3D4319C2}" dt="2022-03-02T15:47:39.940" v="4448" actId="26606"/>
          <ac:picMkLst>
            <pc:docMk/>
            <pc:sldMk cId="1211746394" sldId="266"/>
            <ac:picMk id="36" creationId="{16ABCF9F-46A6-4370-8EC8-B1EDB4510B54}"/>
          </ac:picMkLst>
        </pc:picChg>
        <pc:picChg chg="add del">
          <ac:chgData name="Michiel Tognini" userId="be4e7c363be8a751" providerId="LiveId" clId="{0B0317F8-8DEC-4C11-83CD-F7FB3D4319C2}" dt="2022-03-02T15:47:42.719" v="4452" actId="26606"/>
          <ac:picMkLst>
            <pc:docMk/>
            <pc:sldMk cId="1211746394" sldId="266"/>
            <ac:picMk id="44" creationId="{B5ADA71D-ADC4-43F9-AEA6-207A69C8F07E}"/>
          </ac:picMkLst>
        </pc:picChg>
        <pc:picChg chg="add del">
          <ac:chgData name="Michiel Tognini" userId="be4e7c363be8a751" providerId="LiveId" clId="{0B0317F8-8DEC-4C11-83CD-F7FB3D4319C2}" dt="2022-03-02T15:47:43.826" v="4454" actId="26606"/>
          <ac:picMkLst>
            <pc:docMk/>
            <pc:sldMk cId="1211746394" sldId="266"/>
            <ac:picMk id="47" creationId="{B577D423-FE81-4236-89DE-39776B810941}"/>
          </ac:picMkLst>
        </pc:picChg>
        <pc:picChg chg="add del">
          <ac:chgData name="Michiel Tognini" userId="be4e7c363be8a751" providerId="LiveId" clId="{0B0317F8-8DEC-4C11-83CD-F7FB3D4319C2}" dt="2022-03-02T15:47:44.388" v="4456" actId="26606"/>
          <ac:picMkLst>
            <pc:docMk/>
            <pc:sldMk cId="1211746394" sldId="266"/>
            <ac:picMk id="50" creationId="{B577D423-FE81-4236-89DE-39776B810941}"/>
          </ac:picMkLst>
        </pc:picChg>
        <pc:picChg chg="add del">
          <ac:chgData name="Michiel Tognini" userId="be4e7c363be8a751" providerId="LiveId" clId="{0B0317F8-8DEC-4C11-83CD-F7FB3D4319C2}" dt="2022-03-02T15:48:50.894" v="4478" actId="26606"/>
          <ac:picMkLst>
            <pc:docMk/>
            <pc:sldMk cId="1211746394" sldId="266"/>
            <ac:picMk id="62" creationId="{A8D526D7-C782-4F65-A21F-A6B40D869B47}"/>
          </ac:picMkLst>
        </pc:picChg>
        <pc:picChg chg="add del">
          <ac:chgData name="Michiel Tognini" userId="be4e7c363be8a751" providerId="LiveId" clId="{0B0317F8-8DEC-4C11-83CD-F7FB3D4319C2}" dt="2022-03-02T15:48:51.940" v="4480" actId="26606"/>
          <ac:picMkLst>
            <pc:docMk/>
            <pc:sldMk cId="1211746394" sldId="266"/>
            <ac:picMk id="64" creationId="{A8D526D7-C782-4F65-A21F-A6B40D869B47}"/>
          </ac:picMkLst>
        </pc:picChg>
        <pc:picChg chg="add del">
          <ac:chgData name="Michiel Tognini" userId="be4e7c363be8a751" providerId="LiveId" clId="{0B0317F8-8DEC-4C11-83CD-F7FB3D4319C2}" dt="2022-03-02T15:48:53.632" v="4482" actId="26606"/>
          <ac:picMkLst>
            <pc:docMk/>
            <pc:sldMk cId="1211746394" sldId="266"/>
            <ac:picMk id="66" creationId="{DADD4C7D-B329-46D6-8471-04F555BCC4BC}"/>
          </ac:picMkLst>
        </pc:picChg>
        <pc:picChg chg="add del">
          <ac:chgData name="Michiel Tognini" userId="be4e7c363be8a751" providerId="LiveId" clId="{0B0317F8-8DEC-4C11-83CD-F7FB3D4319C2}" dt="2022-03-02T15:49:03.768" v="4484" actId="26606"/>
          <ac:picMkLst>
            <pc:docMk/>
            <pc:sldMk cId="1211746394" sldId="266"/>
            <ac:picMk id="69" creationId="{A8D526D7-C782-4F65-A21F-A6B40D869B47}"/>
          </ac:picMkLst>
        </pc:picChg>
        <pc:picChg chg="add">
          <ac:chgData name="Michiel Tognini" userId="be4e7c363be8a751" providerId="LiveId" clId="{0B0317F8-8DEC-4C11-83CD-F7FB3D4319C2}" dt="2022-03-02T15:49:03.789" v="4485" actId="26606"/>
          <ac:picMkLst>
            <pc:docMk/>
            <pc:sldMk cId="1211746394" sldId="266"/>
            <ac:picMk id="71" creationId="{82AABC82-C2D1-4340-A6DF-6E73DF06FCAC}"/>
          </ac:picMkLst>
        </pc:picChg>
        <pc:cxnChg chg="add del">
          <ac:chgData name="Michiel Tognini" userId="be4e7c363be8a751" providerId="LiveId" clId="{0B0317F8-8DEC-4C11-83CD-F7FB3D4319C2}" dt="2022-03-02T15:47:19.737" v="4432" actId="26606"/>
          <ac:cxnSpMkLst>
            <pc:docMk/>
            <pc:sldMk cId="1211746394" sldId="266"/>
            <ac:cxnSpMk id="10" creationId="{425A0768-3044-4AA9-A889-D2CAA68C517A}"/>
          </ac:cxnSpMkLst>
        </pc:cxnChg>
        <pc:cxnChg chg="add del">
          <ac:chgData name="Michiel Tognini" userId="be4e7c363be8a751" providerId="LiveId" clId="{0B0317F8-8DEC-4C11-83CD-F7FB3D4319C2}" dt="2022-03-02T15:47:31.571" v="4442" actId="26606"/>
          <ac:cxnSpMkLst>
            <pc:docMk/>
            <pc:sldMk cId="1211746394" sldId="266"/>
            <ac:cxnSpMk id="24" creationId="{A49B2805-6469-407A-A68A-BB85AC8A8596}"/>
          </ac:cxnSpMkLst>
        </pc:cxnChg>
        <pc:cxnChg chg="add del">
          <ac:chgData name="Michiel Tognini" userId="be4e7c363be8a751" providerId="LiveId" clId="{0B0317F8-8DEC-4C11-83CD-F7FB3D4319C2}" dt="2022-03-02T15:47:35.593" v="4446" actId="26606"/>
          <ac:cxnSpMkLst>
            <pc:docMk/>
            <pc:sldMk cId="1211746394" sldId="266"/>
            <ac:cxnSpMk id="33" creationId="{A49B2805-6469-407A-A68A-BB85AC8A8596}"/>
          </ac:cxnSpMkLst>
        </pc:cxnChg>
        <pc:cxnChg chg="add del">
          <ac:chgData name="Michiel Tognini" userId="be4e7c363be8a751" providerId="LiveId" clId="{0B0317F8-8DEC-4C11-83CD-F7FB3D4319C2}" dt="2022-03-02T15:47:41.426" v="4450" actId="26606"/>
          <ac:cxnSpMkLst>
            <pc:docMk/>
            <pc:sldMk cId="1211746394" sldId="266"/>
            <ac:cxnSpMk id="41" creationId="{96C7F9CB-BCC3-4648-8DEF-07B0887D87D6}"/>
          </ac:cxnSpMkLst>
        </pc:cxnChg>
      </pc:sldChg>
      <pc:sldChg chg="addSp delSp modSp new mod setBg">
        <pc:chgData name="Michiel Tognini" userId="be4e7c363be8a751" providerId="LiveId" clId="{0B0317F8-8DEC-4C11-83CD-F7FB3D4319C2}" dt="2022-03-04T10:05:40.662" v="6685" actId="20577"/>
        <pc:sldMkLst>
          <pc:docMk/>
          <pc:sldMk cId="2290881988" sldId="267"/>
        </pc:sldMkLst>
        <pc:spChg chg="mod">
          <ac:chgData name="Michiel Tognini" userId="be4e7c363be8a751" providerId="LiveId" clId="{0B0317F8-8DEC-4C11-83CD-F7FB3D4319C2}" dt="2022-03-02T15:50:09.404" v="4495" actId="26606"/>
          <ac:spMkLst>
            <pc:docMk/>
            <pc:sldMk cId="2290881988" sldId="267"/>
            <ac:spMk id="2" creationId="{022F2160-301C-4519-A923-1E12759F212C}"/>
          </ac:spMkLst>
        </pc:spChg>
        <pc:spChg chg="add del mod">
          <ac:chgData name="Michiel Tognini" userId="be4e7c363be8a751" providerId="LiveId" clId="{0B0317F8-8DEC-4C11-83CD-F7FB3D4319C2}" dt="2022-03-02T15:49:56.170" v="4492" actId="26606"/>
          <ac:spMkLst>
            <pc:docMk/>
            <pc:sldMk cId="2290881988" sldId="267"/>
            <ac:spMk id="3" creationId="{6F60696B-7B94-4763-9B64-B8C81DB49E7F}"/>
          </ac:spMkLst>
        </pc:spChg>
        <pc:graphicFrameChg chg="add del">
          <ac:chgData name="Michiel Tognini" userId="be4e7c363be8a751" providerId="LiveId" clId="{0B0317F8-8DEC-4C11-83CD-F7FB3D4319C2}" dt="2022-03-02T15:49:29.546" v="4487" actId="26606"/>
          <ac:graphicFrameMkLst>
            <pc:docMk/>
            <pc:sldMk cId="2290881988" sldId="267"/>
            <ac:graphicFrameMk id="5" creationId="{7F6497F7-C846-470D-A037-31CF8BCCECD2}"/>
          </ac:graphicFrameMkLst>
        </pc:graphicFrameChg>
        <pc:graphicFrameChg chg="add del">
          <ac:chgData name="Michiel Tognini" userId="be4e7c363be8a751" providerId="LiveId" clId="{0B0317F8-8DEC-4C11-83CD-F7FB3D4319C2}" dt="2022-03-02T15:49:37.123" v="4489" actId="26606"/>
          <ac:graphicFrameMkLst>
            <pc:docMk/>
            <pc:sldMk cId="2290881988" sldId="267"/>
            <ac:graphicFrameMk id="7" creationId="{7F6497F7-C846-470D-A037-31CF8BCCECD2}"/>
          </ac:graphicFrameMkLst>
        </pc:graphicFrameChg>
        <pc:graphicFrameChg chg="add del">
          <ac:chgData name="Michiel Tognini" userId="be4e7c363be8a751" providerId="LiveId" clId="{0B0317F8-8DEC-4C11-83CD-F7FB3D4319C2}" dt="2022-03-02T15:49:46.746" v="4491" actId="26606"/>
          <ac:graphicFrameMkLst>
            <pc:docMk/>
            <pc:sldMk cId="2290881988" sldId="267"/>
            <ac:graphicFrameMk id="10" creationId="{AD16E4F4-5B6D-4C26-81C0-62D43F437B12}"/>
          </ac:graphicFrameMkLst>
        </pc:graphicFrameChg>
        <pc:graphicFrameChg chg="add mod modGraphic">
          <ac:chgData name="Michiel Tognini" userId="be4e7c363be8a751" providerId="LiveId" clId="{0B0317F8-8DEC-4C11-83CD-F7FB3D4319C2}" dt="2022-03-04T10:05:40.662" v="6685" actId="20577"/>
          <ac:graphicFrameMkLst>
            <pc:docMk/>
            <pc:sldMk cId="2290881988" sldId="267"/>
            <ac:graphicFrameMk id="12" creationId="{FC3E9D9D-94B1-4C97-AB83-5197E5C06974}"/>
          </ac:graphicFrameMkLst>
        </pc:graphicFrameChg>
        <pc:picChg chg="add del">
          <ac:chgData name="Michiel Tognini" userId="be4e7c363be8a751" providerId="LiveId" clId="{0B0317F8-8DEC-4C11-83CD-F7FB3D4319C2}" dt="2022-03-02T15:49:37.123" v="4489" actId="26606"/>
          <ac:picMkLst>
            <pc:docMk/>
            <pc:sldMk cId="2290881988" sldId="267"/>
            <ac:picMk id="6" creationId="{82AABC82-C2D1-4340-A6DF-6E73DF06FCAC}"/>
          </ac:picMkLst>
        </pc:picChg>
        <pc:picChg chg="add del">
          <ac:chgData name="Michiel Tognini" userId="be4e7c363be8a751" providerId="LiveId" clId="{0B0317F8-8DEC-4C11-83CD-F7FB3D4319C2}" dt="2022-03-02T15:49:46.746" v="4491" actId="26606"/>
          <ac:picMkLst>
            <pc:docMk/>
            <pc:sldMk cId="2290881988" sldId="267"/>
            <ac:picMk id="8" creationId="{A8D526D7-C782-4F65-A21F-A6B40D869B47}"/>
          </ac:picMkLst>
        </pc:picChg>
        <pc:picChg chg="add del">
          <ac:chgData name="Michiel Tognini" userId="be4e7c363be8a751" providerId="LiveId" clId="{0B0317F8-8DEC-4C11-83CD-F7FB3D4319C2}" dt="2022-03-02T15:49:29.546" v="4487" actId="26606"/>
          <ac:picMkLst>
            <pc:docMk/>
            <pc:sldMk cId="2290881988" sldId="267"/>
            <ac:picMk id="9" creationId="{82AABC82-C2D1-4340-A6DF-6E73DF06FCAC}"/>
          </ac:picMkLst>
        </pc:picChg>
        <pc:picChg chg="add del">
          <ac:chgData name="Michiel Tognini" userId="be4e7c363be8a751" providerId="LiveId" clId="{0B0317F8-8DEC-4C11-83CD-F7FB3D4319C2}" dt="2022-03-02T15:50:09.404" v="4495" actId="26606"/>
          <ac:picMkLst>
            <pc:docMk/>
            <pc:sldMk cId="2290881988" sldId="267"/>
            <ac:picMk id="11" creationId="{82AABC82-C2D1-4340-A6DF-6E73DF06FCAC}"/>
          </ac:picMkLst>
        </pc:picChg>
        <pc:picChg chg="add del">
          <ac:chgData name="Michiel Tognini" userId="be4e7c363be8a751" providerId="LiveId" clId="{0B0317F8-8DEC-4C11-83CD-F7FB3D4319C2}" dt="2022-03-02T15:50:09.329" v="4494" actId="26606"/>
          <ac:picMkLst>
            <pc:docMk/>
            <pc:sldMk cId="2290881988" sldId="267"/>
            <ac:picMk id="17" creationId="{A8D526D7-C782-4F65-A21F-A6B40D869B47}"/>
          </ac:picMkLst>
        </pc:picChg>
        <pc:picChg chg="add">
          <ac:chgData name="Michiel Tognini" userId="be4e7c363be8a751" providerId="LiveId" clId="{0B0317F8-8DEC-4C11-83CD-F7FB3D4319C2}" dt="2022-03-02T15:50:09.404" v="4495" actId="26606"/>
          <ac:picMkLst>
            <pc:docMk/>
            <pc:sldMk cId="2290881988" sldId="267"/>
            <ac:picMk id="19" creationId="{A8D526D7-C782-4F65-A21F-A6B40D869B47}"/>
          </ac:picMkLst>
        </pc:picChg>
      </pc:sldChg>
      <pc:sldChg chg="addSp delSp modSp new del mod setBg setClrOvrMap chgLayout">
        <pc:chgData name="Michiel Tognini" userId="be4e7c363be8a751" providerId="LiveId" clId="{0B0317F8-8DEC-4C11-83CD-F7FB3D4319C2}" dt="2022-03-04T10:07:03.600" v="6690" actId="47"/>
        <pc:sldMkLst>
          <pc:docMk/>
          <pc:sldMk cId="279113245" sldId="268"/>
        </pc:sldMkLst>
        <pc:spChg chg="del">
          <ac:chgData name="Michiel Tognini" userId="be4e7c363be8a751" providerId="LiveId" clId="{0B0317F8-8DEC-4C11-83CD-F7FB3D4319C2}" dt="2022-03-02T13:28:38" v="4109" actId="478"/>
          <ac:spMkLst>
            <pc:docMk/>
            <pc:sldMk cId="279113245" sldId="268"/>
            <ac:spMk id="2" creationId="{E289F23C-7F11-4927-B6EA-71B369E67661}"/>
          </ac:spMkLst>
        </pc:spChg>
        <pc:spChg chg="del mod">
          <ac:chgData name="Michiel Tognini" userId="be4e7c363be8a751" providerId="LiveId" clId="{0B0317F8-8DEC-4C11-83CD-F7FB3D4319C2}" dt="2022-03-02T13:32:40.214" v="4350" actId="700"/>
          <ac:spMkLst>
            <pc:docMk/>
            <pc:sldMk cId="279113245" sldId="268"/>
            <ac:spMk id="3" creationId="{653A5EA2-4210-49DD-ABE0-CF42606F16D7}"/>
          </ac:spMkLst>
        </pc:spChg>
        <pc:spChg chg="add mod ord">
          <ac:chgData name="Michiel Tognini" userId="be4e7c363be8a751" providerId="LiveId" clId="{0B0317F8-8DEC-4C11-83CD-F7FB3D4319C2}" dt="2022-03-02T15:46:29.758" v="4424" actId="26606"/>
          <ac:spMkLst>
            <pc:docMk/>
            <pc:sldMk cId="279113245" sldId="268"/>
            <ac:spMk id="4" creationId="{CC1B1307-C8E1-4FD5-BEA5-4B5923BE9F73}"/>
          </ac:spMkLst>
        </pc:spChg>
        <pc:spChg chg="add del mod ord">
          <ac:chgData name="Michiel Tognini" userId="be4e7c363be8a751" providerId="LiveId" clId="{0B0317F8-8DEC-4C11-83CD-F7FB3D4319C2}" dt="2022-03-02T15:39:47.187" v="4363" actId="478"/>
          <ac:spMkLst>
            <pc:docMk/>
            <pc:sldMk cId="279113245" sldId="268"/>
            <ac:spMk id="5" creationId="{7641D91C-E56F-48A9-B440-AF80F64C9877}"/>
          </ac:spMkLst>
        </pc:spChg>
        <pc:spChg chg="add del">
          <ac:chgData name="Michiel Tognini" userId="be4e7c363be8a751" providerId="LiveId" clId="{0B0317F8-8DEC-4C11-83CD-F7FB3D4319C2}" dt="2022-03-02T15:45:06.113" v="4402" actId="26606"/>
          <ac:spMkLst>
            <pc:docMk/>
            <pc:sldMk cId="279113245" sldId="268"/>
            <ac:spMk id="6" creationId="{F24F226C-082A-4693-897A-4BA9C64E3EA0}"/>
          </ac:spMkLst>
        </pc:spChg>
        <pc:spChg chg="add del">
          <ac:chgData name="Michiel Tognini" userId="be4e7c363be8a751" providerId="LiveId" clId="{0B0317F8-8DEC-4C11-83CD-F7FB3D4319C2}" dt="2022-03-02T15:45:06.113" v="4402" actId="26606"/>
          <ac:spMkLst>
            <pc:docMk/>
            <pc:sldMk cId="279113245" sldId="268"/>
            <ac:spMk id="7" creationId="{835C1724-035A-4285-8A33-FFBF7CCE06A9}"/>
          </ac:spMkLst>
        </pc:spChg>
        <pc:spChg chg="add del">
          <ac:chgData name="Michiel Tognini" userId="be4e7c363be8a751" providerId="LiveId" clId="{0B0317F8-8DEC-4C11-83CD-F7FB3D4319C2}" dt="2022-03-02T15:44:59.902" v="4396" actId="26606"/>
          <ac:spMkLst>
            <pc:docMk/>
            <pc:sldMk cId="279113245" sldId="268"/>
            <ac:spMk id="9" creationId="{8E482A67-6CD8-49D7-9F85-52ECF99152D0}"/>
          </ac:spMkLst>
        </pc:spChg>
        <pc:spChg chg="add del">
          <ac:chgData name="Michiel Tognini" userId="be4e7c363be8a751" providerId="LiveId" clId="{0B0317F8-8DEC-4C11-83CD-F7FB3D4319C2}" dt="2022-03-02T15:45:12.272" v="4404" actId="26606"/>
          <ac:spMkLst>
            <pc:docMk/>
            <pc:sldMk cId="279113245" sldId="268"/>
            <ac:spMk id="10" creationId="{8E482A67-6CD8-49D7-9F85-52ECF99152D0}"/>
          </ac:spMkLst>
        </pc:spChg>
        <pc:spChg chg="add del">
          <ac:chgData name="Michiel Tognini" userId="be4e7c363be8a751" providerId="LiveId" clId="{0B0317F8-8DEC-4C11-83CD-F7FB3D4319C2}" dt="2022-03-02T15:44:59.902" v="4396" actId="26606"/>
          <ac:spMkLst>
            <pc:docMk/>
            <pc:sldMk cId="279113245" sldId="268"/>
            <ac:spMk id="11" creationId="{418F941B-B7E9-44F2-9A2C-5D35ACF9A678}"/>
          </ac:spMkLst>
        </pc:spChg>
        <pc:spChg chg="add del">
          <ac:chgData name="Michiel Tognini" userId="be4e7c363be8a751" providerId="LiveId" clId="{0B0317F8-8DEC-4C11-83CD-F7FB3D4319C2}" dt="2022-03-02T15:45:12.272" v="4404" actId="26606"/>
          <ac:spMkLst>
            <pc:docMk/>
            <pc:sldMk cId="279113245" sldId="268"/>
            <ac:spMk id="12" creationId="{418F941B-B7E9-44F2-9A2C-5D35ACF9A678}"/>
          </ac:spMkLst>
        </pc:spChg>
        <pc:spChg chg="add del">
          <ac:chgData name="Michiel Tognini" userId="be4e7c363be8a751" providerId="LiveId" clId="{0B0317F8-8DEC-4C11-83CD-F7FB3D4319C2}" dt="2022-03-02T15:45:04.380" v="4398" actId="26606"/>
          <ac:spMkLst>
            <pc:docMk/>
            <pc:sldMk cId="279113245" sldId="268"/>
            <ac:spMk id="13" creationId="{6540ED7E-4309-4CF9-9C8D-82E304E02832}"/>
          </ac:spMkLst>
        </pc:spChg>
        <pc:spChg chg="add del">
          <ac:chgData name="Michiel Tognini" userId="be4e7c363be8a751" providerId="LiveId" clId="{0B0317F8-8DEC-4C11-83CD-F7FB3D4319C2}" dt="2022-03-02T15:45:04.380" v="4398" actId="26606"/>
          <ac:spMkLst>
            <pc:docMk/>
            <pc:sldMk cId="279113245" sldId="268"/>
            <ac:spMk id="14" creationId="{CA8ACC6B-EC7C-4E3C-8D08-C0A3AA40779C}"/>
          </ac:spMkLst>
        </pc:spChg>
        <pc:spChg chg="add del">
          <ac:chgData name="Michiel Tognini" userId="be4e7c363be8a751" providerId="LiveId" clId="{0B0317F8-8DEC-4C11-83CD-F7FB3D4319C2}" dt="2022-03-02T15:45:15.363" v="4408" actId="26606"/>
          <ac:spMkLst>
            <pc:docMk/>
            <pc:sldMk cId="279113245" sldId="268"/>
            <ac:spMk id="17" creationId="{6540ED7E-4309-4CF9-9C8D-82E304E02832}"/>
          </ac:spMkLst>
        </pc:spChg>
        <pc:spChg chg="add del">
          <ac:chgData name="Michiel Tognini" userId="be4e7c363be8a751" providerId="LiveId" clId="{0B0317F8-8DEC-4C11-83CD-F7FB3D4319C2}" dt="2022-03-02T15:45:15.363" v="4408" actId="26606"/>
          <ac:spMkLst>
            <pc:docMk/>
            <pc:sldMk cId="279113245" sldId="268"/>
            <ac:spMk id="18" creationId="{CA8ACC6B-EC7C-4E3C-8D08-C0A3AA40779C}"/>
          </ac:spMkLst>
        </pc:spChg>
        <pc:spChg chg="add del">
          <ac:chgData name="Michiel Tognini" userId="be4e7c363be8a751" providerId="LiveId" clId="{0B0317F8-8DEC-4C11-83CD-F7FB3D4319C2}" dt="2022-03-02T15:46:29.758" v="4424" actId="26606"/>
          <ac:spMkLst>
            <pc:docMk/>
            <pc:sldMk cId="279113245" sldId="268"/>
            <ac:spMk id="20" creationId="{8E482A67-6CD8-49D7-9F85-52ECF99152D0}"/>
          </ac:spMkLst>
        </pc:spChg>
        <pc:spChg chg="add del">
          <ac:chgData name="Michiel Tognini" userId="be4e7c363be8a751" providerId="LiveId" clId="{0B0317F8-8DEC-4C11-83CD-F7FB3D4319C2}" dt="2022-03-02T15:46:29.758" v="4424" actId="26606"/>
          <ac:spMkLst>
            <pc:docMk/>
            <pc:sldMk cId="279113245" sldId="268"/>
            <ac:spMk id="21" creationId="{418F941B-B7E9-44F2-9A2C-5D35ACF9A678}"/>
          </ac:spMkLst>
        </pc:spChg>
        <pc:graphicFrameChg chg="add del mod">
          <ac:chgData name="Michiel Tognini" userId="be4e7c363be8a751" providerId="LiveId" clId="{0B0317F8-8DEC-4C11-83CD-F7FB3D4319C2}" dt="2022-03-02T15:40:21.302" v="4365"/>
          <ac:graphicFrameMkLst>
            <pc:docMk/>
            <pc:sldMk cId="279113245" sldId="268"/>
            <ac:graphicFrameMk id="2" creationId="{EB88D87D-AF10-426F-AEF6-829A31E1547A}"/>
          </ac:graphicFrameMkLst>
        </pc:graphicFrameChg>
        <pc:picChg chg="add mod">
          <ac:chgData name="Michiel Tognini" userId="be4e7c363be8a751" providerId="LiveId" clId="{0B0317F8-8DEC-4C11-83CD-F7FB3D4319C2}" dt="2022-03-02T15:46:29.758" v="4424" actId="26606"/>
          <ac:picMkLst>
            <pc:docMk/>
            <pc:sldMk cId="279113245" sldId="268"/>
            <ac:picMk id="3" creationId="{C8EB0DF0-0889-4831-A15D-393FD2A8D6B0}"/>
          </ac:picMkLst>
        </pc:picChg>
        <pc:picChg chg="add del">
          <ac:chgData name="Michiel Tognini" userId="be4e7c363be8a751" providerId="LiveId" clId="{0B0317F8-8DEC-4C11-83CD-F7FB3D4319C2}" dt="2022-03-02T15:45:13.797" v="4406" actId="26606"/>
          <ac:picMkLst>
            <pc:docMk/>
            <pc:sldMk cId="279113245" sldId="268"/>
            <ac:picMk id="15" creationId="{76AAFF90-89E1-46D5-B8B5-3BFDBB92D867}"/>
          </ac:picMkLst>
        </pc:picChg>
      </pc:sldChg>
      <pc:sldChg chg="addSp delSp modSp new mod setBg">
        <pc:chgData name="Michiel Tognini" userId="be4e7c363be8a751" providerId="LiveId" clId="{0B0317F8-8DEC-4C11-83CD-F7FB3D4319C2}" dt="2022-03-02T16:05:34.941" v="4845" actId="20577"/>
        <pc:sldMkLst>
          <pc:docMk/>
          <pc:sldMk cId="1649476799" sldId="269"/>
        </pc:sldMkLst>
        <pc:spChg chg="mod">
          <ac:chgData name="Michiel Tognini" userId="be4e7c363be8a751" providerId="LiveId" clId="{0B0317F8-8DEC-4C11-83CD-F7FB3D4319C2}" dt="2022-03-02T16:05:19.233" v="4844" actId="26606"/>
          <ac:spMkLst>
            <pc:docMk/>
            <pc:sldMk cId="1649476799" sldId="269"/>
            <ac:spMk id="2" creationId="{22242540-BED2-4A9F-9F45-4D3C4E61A7FE}"/>
          </ac:spMkLst>
        </pc:spChg>
        <pc:spChg chg="del mod">
          <ac:chgData name="Michiel Tognini" userId="be4e7c363be8a751" providerId="LiveId" clId="{0B0317F8-8DEC-4C11-83CD-F7FB3D4319C2}" dt="2022-03-02T16:05:19.233" v="4844" actId="26606"/>
          <ac:spMkLst>
            <pc:docMk/>
            <pc:sldMk cId="1649476799" sldId="269"/>
            <ac:spMk id="3" creationId="{39E79DB3-1203-4E8F-9E81-E22089609E33}"/>
          </ac:spMkLst>
        </pc:spChg>
        <pc:graphicFrameChg chg="add mod">
          <ac:chgData name="Michiel Tognini" userId="be4e7c363be8a751" providerId="LiveId" clId="{0B0317F8-8DEC-4C11-83CD-F7FB3D4319C2}" dt="2022-03-02T16:05:34.941" v="4845" actId="20577"/>
          <ac:graphicFrameMkLst>
            <pc:docMk/>
            <pc:sldMk cId="1649476799" sldId="269"/>
            <ac:graphicFrameMk id="5" creationId="{181EA8DC-EDA4-4978-8E15-587FEC9E514A}"/>
          </ac:graphicFrameMkLst>
        </pc:graphicFrameChg>
        <pc:picChg chg="add">
          <ac:chgData name="Michiel Tognini" userId="be4e7c363be8a751" providerId="LiveId" clId="{0B0317F8-8DEC-4C11-83CD-F7FB3D4319C2}" dt="2022-03-02T16:05:19.233" v="4844" actId="26606"/>
          <ac:picMkLst>
            <pc:docMk/>
            <pc:sldMk cId="1649476799" sldId="269"/>
            <ac:picMk id="9" creationId="{82AABC82-C2D1-4340-A6DF-6E73DF06FCAC}"/>
          </ac:picMkLst>
        </pc:picChg>
      </pc:sldChg>
      <pc:sldChg chg="addSp delSp modSp new mod setBg setClrOvrMap">
        <pc:chgData name="Michiel Tognini" userId="be4e7c363be8a751" providerId="LiveId" clId="{0B0317F8-8DEC-4C11-83CD-F7FB3D4319C2}" dt="2022-03-02T16:10:27.763" v="4968" actId="12385"/>
        <pc:sldMkLst>
          <pc:docMk/>
          <pc:sldMk cId="514166653" sldId="270"/>
        </pc:sldMkLst>
        <pc:spChg chg="mod">
          <ac:chgData name="Michiel Tognini" userId="be4e7c363be8a751" providerId="LiveId" clId="{0B0317F8-8DEC-4C11-83CD-F7FB3D4319C2}" dt="2022-03-02T16:07:08.216" v="4901" actId="26606"/>
          <ac:spMkLst>
            <pc:docMk/>
            <pc:sldMk cId="514166653" sldId="270"/>
            <ac:spMk id="2" creationId="{2DD557AE-AE99-4728-AFD5-8F9E77C0E7B2}"/>
          </ac:spMkLst>
        </pc:spChg>
        <pc:spChg chg="del">
          <ac:chgData name="Michiel Tognini" userId="be4e7c363be8a751" providerId="LiveId" clId="{0B0317F8-8DEC-4C11-83CD-F7FB3D4319C2}" dt="2022-03-02T16:06:23.220" v="4877" actId="478"/>
          <ac:spMkLst>
            <pc:docMk/>
            <pc:sldMk cId="514166653" sldId="270"/>
            <ac:spMk id="3" creationId="{0914AB76-9119-4E52-ADB3-68D97A9AB0C8}"/>
          </ac:spMkLst>
        </pc:spChg>
        <pc:spChg chg="add del">
          <ac:chgData name="Michiel Tognini" userId="be4e7c363be8a751" providerId="LiveId" clId="{0B0317F8-8DEC-4C11-83CD-F7FB3D4319C2}" dt="2022-03-02T16:06:31.946" v="4882" actId="22"/>
          <ac:spMkLst>
            <pc:docMk/>
            <pc:sldMk cId="514166653" sldId="270"/>
            <ac:spMk id="6" creationId="{99D7821A-5CB8-477F-98E4-3B0FBD61C0F9}"/>
          </ac:spMkLst>
        </pc:spChg>
        <pc:spChg chg="add del">
          <ac:chgData name="Michiel Tognini" userId="be4e7c363be8a751" providerId="LiveId" clId="{0B0317F8-8DEC-4C11-83CD-F7FB3D4319C2}" dt="2022-03-02T16:07:00.933" v="4895" actId="26606"/>
          <ac:spMkLst>
            <pc:docMk/>
            <pc:sldMk cId="514166653" sldId="270"/>
            <ac:spMk id="11" creationId="{6540ED7E-4309-4CF9-9C8D-82E304E02832}"/>
          </ac:spMkLst>
        </pc:spChg>
        <pc:spChg chg="add del">
          <ac:chgData name="Michiel Tognini" userId="be4e7c363be8a751" providerId="LiveId" clId="{0B0317F8-8DEC-4C11-83CD-F7FB3D4319C2}" dt="2022-03-02T16:07:00.933" v="4895" actId="26606"/>
          <ac:spMkLst>
            <pc:docMk/>
            <pc:sldMk cId="514166653" sldId="270"/>
            <ac:spMk id="12" creationId="{CA8ACC6B-EC7C-4E3C-8D08-C0A3AA40779C}"/>
          </ac:spMkLst>
        </pc:spChg>
        <pc:spChg chg="add del">
          <ac:chgData name="Michiel Tognini" userId="be4e7c363be8a751" providerId="LiveId" clId="{0B0317F8-8DEC-4C11-83CD-F7FB3D4319C2}" dt="2022-03-02T16:06:58.453" v="4889" actId="26606"/>
          <ac:spMkLst>
            <pc:docMk/>
            <pc:sldMk cId="514166653" sldId="270"/>
            <ac:spMk id="14" creationId="{8E482A67-6CD8-49D7-9F85-52ECF99152D0}"/>
          </ac:spMkLst>
        </pc:spChg>
        <pc:spChg chg="add del">
          <ac:chgData name="Michiel Tognini" userId="be4e7c363be8a751" providerId="LiveId" clId="{0B0317F8-8DEC-4C11-83CD-F7FB3D4319C2}" dt="2022-03-02T16:07:01.397" v="4897" actId="26606"/>
          <ac:spMkLst>
            <pc:docMk/>
            <pc:sldMk cId="514166653" sldId="270"/>
            <ac:spMk id="15" creationId="{F24F226C-082A-4693-897A-4BA9C64E3EA0}"/>
          </ac:spMkLst>
        </pc:spChg>
        <pc:spChg chg="add del">
          <ac:chgData name="Michiel Tognini" userId="be4e7c363be8a751" providerId="LiveId" clId="{0B0317F8-8DEC-4C11-83CD-F7FB3D4319C2}" dt="2022-03-02T16:06:58.453" v="4889" actId="26606"/>
          <ac:spMkLst>
            <pc:docMk/>
            <pc:sldMk cId="514166653" sldId="270"/>
            <ac:spMk id="16" creationId="{418F941B-B7E9-44F2-9A2C-5D35ACF9A678}"/>
          </ac:spMkLst>
        </pc:spChg>
        <pc:spChg chg="add del">
          <ac:chgData name="Michiel Tognini" userId="be4e7c363be8a751" providerId="LiveId" clId="{0B0317F8-8DEC-4C11-83CD-F7FB3D4319C2}" dt="2022-03-02T16:07:01.397" v="4897" actId="26606"/>
          <ac:spMkLst>
            <pc:docMk/>
            <pc:sldMk cId="514166653" sldId="270"/>
            <ac:spMk id="17" creationId="{835C1724-035A-4285-8A33-FFBF7CCE06A9}"/>
          </ac:spMkLst>
        </pc:spChg>
        <pc:spChg chg="add del mod">
          <ac:chgData name="Michiel Tognini" userId="be4e7c363be8a751" providerId="LiveId" clId="{0B0317F8-8DEC-4C11-83CD-F7FB3D4319C2}" dt="2022-03-02T16:07:35.743" v="4910"/>
          <ac:spMkLst>
            <pc:docMk/>
            <pc:sldMk cId="514166653" sldId="270"/>
            <ac:spMk id="18" creationId="{410C556E-668A-40A6-BA60-58879A27CA70}"/>
          </ac:spMkLst>
        </pc:spChg>
        <pc:spChg chg="add del">
          <ac:chgData name="Michiel Tognini" userId="be4e7c363be8a751" providerId="LiveId" clId="{0B0317F8-8DEC-4C11-83CD-F7FB3D4319C2}" dt="2022-03-02T16:07:08.216" v="4901" actId="26606"/>
          <ac:spMkLst>
            <pc:docMk/>
            <pc:sldMk cId="514166653" sldId="270"/>
            <ac:spMk id="21" creationId="{8E482A67-6CD8-49D7-9F85-52ECF99152D0}"/>
          </ac:spMkLst>
        </pc:spChg>
        <pc:spChg chg="add del">
          <ac:chgData name="Michiel Tognini" userId="be4e7c363be8a751" providerId="LiveId" clId="{0B0317F8-8DEC-4C11-83CD-F7FB3D4319C2}" dt="2022-03-02T16:07:08.216" v="4901" actId="26606"/>
          <ac:spMkLst>
            <pc:docMk/>
            <pc:sldMk cId="514166653" sldId="270"/>
            <ac:spMk id="22" creationId="{418F941B-B7E9-44F2-9A2C-5D35ACF9A678}"/>
          </ac:spMkLst>
        </pc:spChg>
        <pc:spChg chg="add del mod">
          <ac:chgData name="Michiel Tognini" userId="be4e7c363be8a751" providerId="LiveId" clId="{0B0317F8-8DEC-4C11-83CD-F7FB3D4319C2}" dt="2022-03-02T16:09:01.722" v="4925"/>
          <ac:spMkLst>
            <pc:docMk/>
            <pc:sldMk cId="514166653" sldId="270"/>
            <ac:spMk id="24" creationId="{C41173EC-1C77-4507-8457-37B46A1B1DAE}"/>
          </ac:spMkLst>
        </pc:spChg>
        <pc:spChg chg="add mod">
          <ac:chgData name="Michiel Tognini" userId="be4e7c363be8a751" providerId="LiveId" clId="{0B0317F8-8DEC-4C11-83CD-F7FB3D4319C2}" dt="2022-03-02T16:09:40.456" v="4959" actId="20577"/>
          <ac:spMkLst>
            <pc:docMk/>
            <pc:sldMk cId="514166653" sldId="270"/>
            <ac:spMk id="25" creationId="{9B920DED-B7D6-4865-9C17-F8BA8E274800}"/>
          </ac:spMkLst>
        </pc:spChg>
        <pc:spChg chg="add mod">
          <ac:chgData name="Michiel Tognini" userId="be4e7c363be8a751" providerId="LiveId" clId="{0B0317F8-8DEC-4C11-83CD-F7FB3D4319C2}" dt="2022-03-02T16:09:52.501" v="4964" actId="20577"/>
          <ac:spMkLst>
            <pc:docMk/>
            <pc:sldMk cId="514166653" sldId="270"/>
            <ac:spMk id="26" creationId="{7AF3A817-EC9F-4A98-A752-0E600EF43C3B}"/>
          </ac:spMkLst>
        </pc:spChg>
        <pc:graphicFrameChg chg="add del mod">
          <ac:chgData name="Michiel Tognini" userId="be4e7c363be8a751" providerId="LiveId" clId="{0B0317F8-8DEC-4C11-83CD-F7FB3D4319C2}" dt="2022-03-02T16:06:29.602" v="4879"/>
          <ac:graphicFrameMkLst>
            <pc:docMk/>
            <pc:sldMk cId="514166653" sldId="270"/>
            <ac:graphicFrameMk id="4" creationId="{FABE57D5-104D-4825-A640-B7C8E5B5ABC8}"/>
          </ac:graphicFrameMkLst>
        </pc:graphicFrameChg>
        <pc:graphicFrameChg chg="add del mod">
          <ac:chgData name="Michiel Tognini" userId="be4e7c363be8a751" providerId="LiveId" clId="{0B0317F8-8DEC-4C11-83CD-F7FB3D4319C2}" dt="2022-03-02T16:06:36.700" v="4886"/>
          <ac:graphicFrameMkLst>
            <pc:docMk/>
            <pc:sldMk cId="514166653" sldId="270"/>
            <ac:graphicFrameMk id="8" creationId="{E934688E-C23D-4B5E-AA90-745A4178344F}"/>
          </ac:graphicFrameMkLst>
        </pc:graphicFrameChg>
        <pc:graphicFrameChg chg="add del mod">
          <ac:chgData name="Michiel Tognini" userId="be4e7c363be8a751" providerId="LiveId" clId="{0B0317F8-8DEC-4C11-83CD-F7FB3D4319C2}" dt="2022-03-02T16:07:35.743" v="4910"/>
          <ac:graphicFrameMkLst>
            <pc:docMk/>
            <pc:sldMk cId="514166653" sldId="270"/>
            <ac:graphicFrameMk id="13" creationId="{E743F79C-0FA4-48EF-9314-1F03AA5EB6E8}"/>
          </ac:graphicFrameMkLst>
        </pc:graphicFrameChg>
        <pc:graphicFrameChg chg="add mod modGraphic">
          <ac:chgData name="Michiel Tognini" userId="be4e7c363be8a751" providerId="LiveId" clId="{0B0317F8-8DEC-4C11-83CD-F7FB3D4319C2}" dt="2022-03-02T16:10:25.577" v="4967" actId="12385"/>
          <ac:graphicFrameMkLst>
            <pc:docMk/>
            <pc:sldMk cId="514166653" sldId="270"/>
            <ac:graphicFrameMk id="20" creationId="{B03CC554-97DF-470C-8356-F28CA703DCCE}"/>
          </ac:graphicFrameMkLst>
        </pc:graphicFrameChg>
        <pc:graphicFrameChg chg="add mod modGraphic">
          <ac:chgData name="Michiel Tognini" userId="be4e7c363be8a751" providerId="LiveId" clId="{0B0317F8-8DEC-4C11-83CD-F7FB3D4319C2}" dt="2022-03-02T16:10:27.763" v="4968" actId="12385"/>
          <ac:graphicFrameMkLst>
            <pc:docMk/>
            <pc:sldMk cId="514166653" sldId="270"/>
            <ac:graphicFrameMk id="23" creationId="{3EDF2066-DA05-4865-A910-70C24EE1567D}"/>
          </ac:graphicFrameMkLst>
        </pc:graphicFrameChg>
        <pc:picChg chg="add del">
          <ac:chgData name="Michiel Tognini" userId="be4e7c363be8a751" providerId="LiveId" clId="{0B0317F8-8DEC-4C11-83CD-F7FB3D4319C2}" dt="2022-03-02T16:06:34.289" v="4884"/>
          <ac:picMkLst>
            <pc:docMk/>
            <pc:sldMk cId="514166653" sldId="270"/>
            <ac:picMk id="7" creationId="{A91612EF-AC75-40DC-AB10-24D454DFA5A2}"/>
          </ac:picMkLst>
        </pc:picChg>
        <pc:picChg chg="add del mod">
          <ac:chgData name="Michiel Tognini" userId="be4e7c363be8a751" providerId="LiveId" clId="{0B0317F8-8DEC-4C11-83CD-F7FB3D4319C2}" dt="2022-03-02T16:07:08.507" v="4902"/>
          <ac:picMkLst>
            <pc:docMk/>
            <pc:sldMk cId="514166653" sldId="270"/>
            <ac:picMk id="9" creationId="{52F3F7B2-BB21-49C7-A04D-731458B11250}"/>
          </ac:picMkLst>
        </pc:picChg>
        <pc:picChg chg="add del">
          <ac:chgData name="Michiel Tognini" userId="be4e7c363be8a751" providerId="LiveId" clId="{0B0317F8-8DEC-4C11-83CD-F7FB3D4319C2}" dt="2022-03-02T16:07:23.969" v="4904"/>
          <ac:picMkLst>
            <pc:docMk/>
            <pc:sldMk cId="514166653" sldId="270"/>
            <ac:picMk id="10" creationId="{39911B04-2C6E-4BD0-B632-48FFC5D679CD}"/>
          </ac:picMkLst>
        </pc:picChg>
        <pc:picChg chg="add del">
          <ac:chgData name="Michiel Tognini" userId="be4e7c363be8a751" providerId="LiveId" clId="{0B0317F8-8DEC-4C11-83CD-F7FB3D4319C2}" dt="2022-03-02T16:07:02.285" v="4899" actId="26606"/>
          <ac:picMkLst>
            <pc:docMk/>
            <pc:sldMk cId="514166653" sldId="270"/>
            <ac:picMk id="19" creationId="{76AAFF90-89E1-46D5-B8B5-3BFDBB92D867}"/>
          </ac:picMkLst>
        </pc:picChg>
      </pc:sldChg>
      <pc:sldChg chg="addSp delSp modSp new mod setBg">
        <pc:chgData name="Michiel Tognini" userId="be4e7c363be8a751" providerId="LiveId" clId="{0B0317F8-8DEC-4C11-83CD-F7FB3D4319C2}" dt="2022-03-02T16:15:17.417" v="5009" actId="1076"/>
        <pc:sldMkLst>
          <pc:docMk/>
          <pc:sldMk cId="1897965148" sldId="271"/>
        </pc:sldMkLst>
        <pc:spChg chg="del">
          <ac:chgData name="Michiel Tognini" userId="be4e7c363be8a751" providerId="LiveId" clId="{0B0317F8-8DEC-4C11-83CD-F7FB3D4319C2}" dt="2022-03-02T16:12:25.417" v="4970" actId="478"/>
          <ac:spMkLst>
            <pc:docMk/>
            <pc:sldMk cId="1897965148" sldId="271"/>
            <ac:spMk id="2" creationId="{F4028C52-9E36-4DDE-874A-E15ED158D465}"/>
          </ac:spMkLst>
        </pc:spChg>
        <pc:spChg chg="del">
          <ac:chgData name="Michiel Tognini" userId="be4e7c363be8a751" providerId="LiveId" clId="{0B0317F8-8DEC-4C11-83CD-F7FB3D4319C2}" dt="2022-03-02T16:12:26.290" v="4971" actId="478"/>
          <ac:spMkLst>
            <pc:docMk/>
            <pc:sldMk cId="1897965148" sldId="271"/>
            <ac:spMk id="3" creationId="{AD83279C-7D52-44A9-94F8-889858455C4A}"/>
          </ac:spMkLst>
        </pc:spChg>
        <pc:spChg chg="add del">
          <ac:chgData name="Michiel Tognini" userId="be4e7c363be8a751" providerId="LiveId" clId="{0B0317F8-8DEC-4C11-83CD-F7FB3D4319C2}" dt="2022-03-02T16:12:35.021" v="4974" actId="26606"/>
          <ac:spMkLst>
            <pc:docMk/>
            <pc:sldMk cId="1897965148" sldId="271"/>
            <ac:spMk id="9" creationId="{C2869B52-288D-4851-BEBE-FCF64CB1E481}"/>
          </ac:spMkLst>
        </pc:spChg>
        <pc:spChg chg="add del">
          <ac:chgData name="Michiel Tognini" userId="be4e7c363be8a751" providerId="LiveId" clId="{0B0317F8-8DEC-4C11-83CD-F7FB3D4319C2}" dt="2022-03-02T16:14:08.462" v="4998" actId="26606"/>
          <ac:spMkLst>
            <pc:docMk/>
            <pc:sldMk cId="1897965148" sldId="271"/>
            <ac:spMk id="10" creationId="{E8DC6FCD-811B-436E-9FEE-FC957486CD7E}"/>
          </ac:spMkLst>
        </pc:spChg>
        <pc:spChg chg="add del">
          <ac:chgData name="Michiel Tognini" userId="be4e7c363be8a751" providerId="LiveId" clId="{0B0317F8-8DEC-4C11-83CD-F7FB3D4319C2}" dt="2022-03-02T16:12:35.646" v="4976" actId="26606"/>
          <ac:spMkLst>
            <pc:docMk/>
            <pc:sldMk cId="1897965148" sldId="271"/>
            <ac:spMk id="11" creationId="{7ED0B3BD-E968-4364-878A-47D3A6AEF099}"/>
          </ac:spMkLst>
        </pc:spChg>
        <pc:spChg chg="add del">
          <ac:chgData name="Michiel Tognini" userId="be4e7c363be8a751" providerId="LiveId" clId="{0B0317F8-8DEC-4C11-83CD-F7FB3D4319C2}" dt="2022-03-02T16:12:35.646" v="4976" actId="26606"/>
          <ac:spMkLst>
            <pc:docMk/>
            <pc:sldMk cId="1897965148" sldId="271"/>
            <ac:spMk id="12" creationId="{E24F7045-1B8B-4422-9330-0BC8BF6065E3}"/>
          </ac:spMkLst>
        </pc:spChg>
        <pc:spChg chg="add del">
          <ac:chgData name="Michiel Tognini" userId="be4e7c363be8a751" providerId="LiveId" clId="{0B0317F8-8DEC-4C11-83CD-F7FB3D4319C2}" dt="2022-03-02T16:12:35.646" v="4976" actId="26606"/>
          <ac:spMkLst>
            <pc:docMk/>
            <pc:sldMk cId="1897965148" sldId="271"/>
            <ac:spMk id="13" creationId="{C8E5BCBF-E5D0-444B-A584-4A5FF79F9D7E}"/>
          </ac:spMkLst>
        </pc:spChg>
        <pc:graphicFrameChg chg="add mod">
          <ac:chgData name="Michiel Tognini" userId="be4e7c363be8a751" providerId="LiveId" clId="{0B0317F8-8DEC-4C11-83CD-F7FB3D4319C2}" dt="2022-03-02T16:12:37.440" v="4977"/>
          <ac:graphicFrameMkLst>
            <pc:docMk/>
            <pc:sldMk cId="1897965148" sldId="271"/>
            <ac:graphicFrameMk id="4" creationId="{42F64D23-3BD8-4EA8-B470-13A0AF6C04E4}"/>
          </ac:graphicFrameMkLst>
        </pc:graphicFrameChg>
        <pc:graphicFrameChg chg="add mod">
          <ac:chgData name="Michiel Tognini" userId="be4e7c363be8a751" providerId="LiveId" clId="{0B0317F8-8DEC-4C11-83CD-F7FB3D4319C2}" dt="2022-03-02T16:13:48.221" v="4992"/>
          <ac:graphicFrameMkLst>
            <pc:docMk/>
            <pc:sldMk cId="1897965148" sldId="271"/>
            <ac:graphicFrameMk id="14" creationId="{7BE9D7AE-501C-4B0F-9634-47B7A3F85C4C}"/>
          </ac:graphicFrameMkLst>
        </pc:graphicFrameChg>
        <pc:picChg chg="add mod ord">
          <ac:chgData name="Michiel Tognini" userId="be4e7c363be8a751" providerId="LiveId" clId="{0B0317F8-8DEC-4C11-83CD-F7FB3D4319C2}" dt="2022-03-02T16:14:40.657" v="5001" actId="26606"/>
          <ac:picMkLst>
            <pc:docMk/>
            <pc:sldMk cId="1897965148" sldId="271"/>
            <ac:picMk id="5" creationId="{4627B9D4-AE84-476E-93AD-C746987AAC47}"/>
          </ac:picMkLst>
        </pc:picChg>
        <pc:picChg chg="add mod">
          <ac:chgData name="Michiel Tognini" userId="be4e7c363be8a751" providerId="LiveId" clId="{0B0317F8-8DEC-4C11-83CD-F7FB3D4319C2}" dt="2022-03-02T16:15:06.820" v="5007" actId="1076"/>
          <ac:picMkLst>
            <pc:docMk/>
            <pc:sldMk cId="1897965148" sldId="271"/>
            <ac:picMk id="6" creationId="{6A39FC98-E17B-44C9-A5B2-FC2E56668F02}"/>
          </ac:picMkLst>
        </pc:picChg>
        <pc:picChg chg="add mod ord">
          <ac:chgData name="Michiel Tognini" userId="be4e7c363be8a751" providerId="LiveId" clId="{0B0317F8-8DEC-4C11-83CD-F7FB3D4319C2}" dt="2022-03-02T16:15:12.359" v="5008" actId="1076"/>
          <ac:picMkLst>
            <pc:docMk/>
            <pc:sldMk cId="1897965148" sldId="271"/>
            <ac:picMk id="7" creationId="{3A815EE0-E11E-44B3-AB9C-1B56337AF401}"/>
          </ac:picMkLst>
        </pc:picChg>
        <pc:picChg chg="add mod ord">
          <ac:chgData name="Michiel Tognini" userId="be4e7c363be8a751" providerId="LiveId" clId="{0B0317F8-8DEC-4C11-83CD-F7FB3D4319C2}" dt="2022-03-02T16:15:17.417" v="5009" actId="1076"/>
          <ac:picMkLst>
            <pc:docMk/>
            <pc:sldMk cId="1897965148" sldId="271"/>
            <ac:picMk id="8" creationId="{8F397FFF-A591-40E4-8DF6-E68DDCAD3146}"/>
          </ac:picMkLst>
        </pc:picChg>
        <pc:cxnChg chg="add del">
          <ac:chgData name="Michiel Tognini" userId="be4e7c363be8a751" providerId="LiveId" clId="{0B0317F8-8DEC-4C11-83CD-F7FB3D4319C2}" dt="2022-03-02T16:14:36.156" v="5000" actId="26606"/>
          <ac:cxnSpMkLst>
            <pc:docMk/>
            <pc:sldMk cId="1897965148" sldId="271"/>
            <ac:cxnSpMk id="15" creationId="{28CA55E4-1295-45C8-BA05-5A9E705B749A}"/>
          </ac:cxnSpMkLst>
        </pc:cxnChg>
        <pc:cxnChg chg="add del">
          <ac:chgData name="Michiel Tognini" userId="be4e7c363be8a751" providerId="LiveId" clId="{0B0317F8-8DEC-4C11-83CD-F7FB3D4319C2}" dt="2022-03-02T16:14:36.156" v="5000" actId="26606"/>
          <ac:cxnSpMkLst>
            <pc:docMk/>
            <pc:sldMk cId="1897965148" sldId="271"/>
            <ac:cxnSpMk id="16" creationId="{91B6081D-D3E8-4209-B85B-EB1C655A6272}"/>
          </ac:cxnSpMkLst>
        </pc:cxnChg>
        <pc:cxnChg chg="add del">
          <ac:chgData name="Michiel Tognini" userId="be4e7c363be8a751" providerId="LiveId" clId="{0B0317F8-8DEC-4C11-83CD-F7FB3D4319C2}" dt="2022-03-02T16:14:36.156" v="5000" actId="26606"/>
          <ac:cxnSpMkLst>
            <pc:docMk/>
            <pc:sldMk cId="1897965148" sldId="271"/>
            <ac:cxnSpMk id="17" creationId="{08C5794E-A9A1-4A23-AF68-C79A7822334C}"/>
          </ac:cxnSpMkLst>
        </pc:cxnChg>
        <pc:cxnChg chg="add">
          <ac:chgData name="Michiel Tognini" userId="be4e7c363be8a751" providerId="LiveId" clId="{0B0317F8-8DEC-4C11-83CD-F7FB3D4319C2}" dt="2022-03-02T16:14:40.657" v="5001" actId="26606"/>
          <ac:cxnSpMkLst>
            <pc:docMk/>
            <pc:sldMk cId="1897965148" sldId="271"/>
            <ac:cxnSpMk id="18" creationId="{91B6081D-D3E8-4209-B85B-EB1C655A6272}"/>
          </ac:cxnSpMkLst>
        </pc:cxnChg>
        <pc:cxnChg chg="add">
          <ac:chgData name="Michiel Tognini" userId="be4e7c363be8a751" providerId="LiveId" clId="{0B0317F8-8DEC-4C11-83CD-F7FB3D4319C2}" dt="2022-03-02T16:14:40.657" v="5001" actId="26606"/>
          <ac:cxnSpMkLst>
            <pc:docMk/>
            <pc:sldMk cId="1897965148" sldId="271"/>
            <ac:cxnSpMk id="19" creationId="{28CA55E4-1295-45C8-BA05-5A9E705B749A}"/>
          </ac:cxnSpMkLst>
        </pc:cxnChg>
        <pc:cxnChg chg="add">
          <ac:chgData name="Michiel Tognini" userId="be4e7c363be8a751" providerId="LiveId" clId="{0B0317F8-8DEC-4C11-83CD-F7FB3D4319C2}" dt="2022-03-02T16:14:40.657" v="5001" actId="26606"/>
          <ac:cxnSpMkLst>
            <pc:docMk/>
            <pc:sldMk cId="1897965148" sldId="271"/>
            <ac:cxnSpMk id="20" creationId="{08C5794E-A9A1-4A23-AF68-C79A7822334C}"/>
          </ac:cxnSpMkLst>
        </pc:cxnChg>
      </pc:sldChg>
      <pc:sldChg chg="addSp delSp modSp new mod setBg">
        <pc:chgData name="Michiel Tognini" userId="be4e7c363be8a751" providerId="LiveId" clId="{0B0317F8-8DEC-4C11-83CD-F7FB3D4319C2}" dt="2022-03-02T16:20:40.056" v="5036" actId="26606"/>
        <pc:sldMkLst>
          <pc:docMk/>
          <pc:sldMk cId="1000453111" sldId="272"/>
        </pc:sldMkLst>
        <pc:spChg chg="del">
          <ac:chgData name="Michiel Tognini" userId="be4e7c363be8a751" providerId="LiveId" clId="{0B0317F8-8DEC-4C11-83CD-F7FB3D4319C2}" dt="2022-03-02T16:19:20.005" v="5011" actId="478"/>
          <ac:spMkLst>
            <pc:docMk/>
            <pc:sldMk cId="1000453111" sldId="272"/>
            <ac:spMk id="2" creationId="{452214FE-65C6-4570-93E5-15CD73D3BB95}"/>
          </ac:spMkLst>
        </pc:spChg>
        <pc:spChg chg="del">
          <ac:chgData name="Michiel Tognini" userId="be4e7c363be8a751" providerId="LiveId" clId="{0B0317F8-8DEC-4C11-83CD-F7FB3D4319C2}" dt="2022-03-02T16:19:21.240" v="5012" actId="478"/>
          <ac:spMkLst>
            <pc:docMk/>
            <pc:sldMk cId="1000453111" sldId="272"/>
            <ac:spMk id="3" creationId="{712D1DE0-49DA-4279-BD89-E5A2DB453965}"/>
          </ac:spMkLst>
        </pc:spChg>
        <pc:spChg chg="add del">
          <ac:chgData name="Michiel Tognini" userId="be4e7c363be8a751" providerId="LiveId" clId="{0B0317F8-8DEC-4C11-83CD-F7FB3D4319C2}" dt="2022-03-02T16:20:37.468" v="5033" actId="26606"/>
          <ac:spMkLst>
            <pc:docMk/>
            <pc:sldMk cId="1000453111" sldId="272"/>
            <ac:spMk id="16" creationId="{D7D9F91F-72C9-4DB9-ABD0-A8180D8262D5}"/>
          </ac:spMkLst>
        </pc:spChg>
        <pc:spChg chg="add del">
          <ac:chgData name="Michiel Tognini" userId="be4e7c363be8a751" providerId="LiveId" clId="{0B0317F8-8DEC-4C11-83CD-F7FB3D4319C2}" dt="2022-03-02T16:20:37.468" v="5033" actId="26606"/>
          <ac:spMkLst>
            <pc:docMk/>
            <pc:sldMk cId="1000453111" sldId="272"/>
            <ac:spMk id="17" creationId="{9527FCEA-6143-4C5E-8C45-8AC9237ADE89}"/>
          </ac:spMkLst>
        </pc:spChg>
        <pc:spChg chg="add del">
          <ac:chgData name="Michiel Tognini" userId="be4e7c363be8a751" providerId="LiveId" clId="{0B0317F8-8DEC-4C11-83CD-F7FB3D4319C2}" dt="2022-03-02T16:20:37.468" v="5033" actId="26606"/>
          <ac:spMkLst>
            <pc:docMk/>
            <pc:sldMk cId="1000453111" sldId="272"/>
            <ac:spMk id="18" creationId="{BE016956-CE9F-4946-8834-A8BC3529D0F6}"/>
          </ac:spMkLst>
        </pc:spChg>
        <pc:spChg chg="add del">
          <ac:chgData name="Michiel Tognini" userId="be4e7c363be8a751" providerId="LiveId" clId="{0B0317F8-8DEC-4C11-83CD-F7FB3D4319C2}" dt="2022-03-02T16:20:37.468" v="5033" actId="26606"/>
          <ac:spMkLst>
            <pc:docMk/>
            <pc:sldMk cId="1000453111" sldId="272"/>
            <ac:spMk id="19" creationId="{1A9F23AD-7A55-49F3-A3EC-743F47F36B0E}"/>
          </ac:spMkLst>
        </pc:spChg>
        <pc:spChg chg="add del">
          <ac:chgData name="Michiel Tognini" userId="be4e7c363be8a751" providerId="LiveId" clId="{0B0317F8-8DEC-4C11-83CD-F7FB3D4319C2}" dt="2022-03-02T16:20:40.052" v="5035" actId="26606"/>
          <ac:spMkLst>
            <pc:docMk/>
            <pc:sldMk cId="1000453111" sldId="272"/>
            <ac:spMk id="21" creationId="{BFDC535F-AC0A-417D-96AB-6706BECACD95}"/>
          </ac:spMkLst>
        </pc:spChg>
        <pc:spChg chg="add del">
          <ac:chgData name="Michiel Tognini" userId="be4e7c363be8a751" providerId="LiveId" clId="{0B0317F8-8DEC-4C11-83CD-F7FB3D4319C2}" dt="2022-03-02T16:20:40.052" v="5035" actId="26606"/>
          <ac:spMkLst>
            <pc:docMk/>
            <pc:sldMk cId="1000453111" sldId="272"/>
            <ac:spMk id="22" creationId="{97AAAF8E-31DB-4148-8FCA-4D8233D691C6}"/>
          </ac:spMkLst>
        </pc:spChg>
        <pc:spChg chg="add del">
          <ac:chgData name="Michiel Tognini" userId="be4e7c363be8a751" providerId="LiveId" clId="{0B0317F8-8DEC-4C11-83CD-F7FB3D4319C2}" dt="2022-03-02T16:20:40.052" v="5035" actId="26606"/>
          <ac:spMkLst>
            <pc:docMk/>
            <pc:sldMk cId="1000453111" sldId="272"/>
            <ac:spMk id="23" creationId="{AA274328-4774-4DF9-BA53-452565122FBB}"/>
          </ac:spMkLst>
        </pc:spChg>
        <pc:spChg chg="add del">
          <ac:chgData name="Michiel Tognini" userId="be4e7c363be8a751" providerId="LiveId" clId="{0B0317F8-8DEC-4C11-83CD-F7FB3D4319C2}" dt="2022-03-02T16:20:40.052" v="5035" actId="26606"/>
          <ac:spMkLst>
            <pc:docMk/>
            <pc:sldMk cId="1000453111" sldId="272"/>
            <ac:spMk id="24" creationId="{01C7B46D-2FEF-4FAA-915B-8B21A66BB647}"/>
          </ac:spMkLst>
        </pc:spChg>
        <pc:spChg chg="add">
          <ac:chgData name="Michiel Tognini" userId="be4e7c363be8a751" providerId="LiveId" clId="{0B0317F8-8DEC-4C11-83CD-F7FB3D4319C2}" dt="2022-03-02T16:20:40.056" v="5036" actId="26606"/>
          <ac:spMkLst>
            <pc:docMk/>
            <pc:sldMk cId="1000453111" sldId="272"/>
            <ac:spMk id="26" creationId="{9527FCEA-6143-4C5E-8C45-8AC9237ADE89}"/>
          </ac:spMkLst>
        </pc:spChg>
        <pc:spChg chg="add">
          <ac:chgData name="Michiel Tognini" userId="be4e7c363be8a751" providerId="LiveId" clId="{0B0317F8-8DEC-4C11-83CD-F7FB3D4319C2}" dt="2022-03-02T16:20:40.056" v="5036" actId="26606"/>
          <ac:spMkLst>
            <pc:docMk/>
            <pc:sldMk cId="1000453111" sldId="272"/>
            <ac:spMk id="27" creationId="{1A9F23AD-7A55-49F3-A3EC-743F47F36B0E}"/>
          </ac:spMkLst>
        </pc:spChg>
        <pc:spChg chg="add">
          <ac:chgData name="Michiel Tognini" userId="be4e7c363be8a751" providerId="LiveId" clId="{0B0317F8-8DEC-4C11-83CD-F7FB3D4319C2}" dt="2022-03-02T16:20:40.056" v="5036" actId="26606"/>
          <ac:spMkLst>
            <pc:docMk/>
            <pc:sldMk cId="1000453111" sldId="272"/>
            <ac:spMk id="28" creationId="{D7D9F91F-72C9-4DB9-ABD0-A8180D8262D5}"/>
          </ac:spMkLst>
        </pc:spChg>
        <pc:spChg chg="add">
          <ac:chgData name="Michiel Tognini" userId="be4e7c363be8a751" providerId="LiveId" clId="{0B0317F8-8DEC-4C11-83CD-F7FB3D4319C2}" dt="2022-03-02T16:20:40.056" v="5036" actId="26606"/>
          <ac:spMkLst>
            <pc:docMk/>
            <pc:sldMk cId="1000453111" sldId="272"/>
            <ac:spMk id="29" creationId="{BE016956-CE9F-4946-8834-A8BC3529D0F6}"/>
          </ac:spMkLst>
        </pc:spChg>
        <pc:graphicFrameChg chg="add mod">
          <ac:chgData name="Michiel Tognini" userId="be4e7c363be8a751" providerId="LiveId" clId="{0B0317F8-8DEC-4C11-83CD-F7FB3D4319C2}" dt="2022-03-02T16:19:25.652" v="5014"/>
          <ac:graphicFrameMkLst>
            <pc:docMk/>
            <pc:sldMk cId="1000453111" sldId="272"/>
            <ac:graphicFrameMk id="4" creationId="{8D53BEF5-6AFD-4B3D-BF27-C9B17CDA183A}"/>
          </ac:graphicFrameMkLst>
        </pc:graphicFrameChg>
        <pc:picChg chg="add mod ord">
          <ac:chgData name="Michiel Tognini" userId="be4e7c363be8a751" providerId="LiveId" clId="{0B0317F8-8DEC-4C11-83CD-F7FB3D4319C2}" dt="2022-03-02T16:20:40.056" v="5036" actId="26606"/>
          <ac:picMkLst>
            <pc:docMk/>
            <pc:sldMk cId="1000453111" sldId="272"/>
            <ac:picMk id="5" creationId="{3DFEFA43-B78E-4855-8038-E70799B748ED}"/>
          </ac:picMkLst>
        </pc:picChg>
        <pc:picChg chg="add mod ord modCrop">
          <ac:chgData name="Michiel Tognini" userId="be4e7c363be8a751" providerId="LiveId" clId="{0B0317F8-8DEC-4C11-83CD-F7FB3D4319C2}" dt="2022-03-02T16:20:40.056" v="5036" actId="26606"/>
          <ac:picMkLst>
            <pc:docMk/>
            <pc:sldMk cId="1000453111" sldId="272"/>
            <ac:picMk id="6" creationId="{9A253E07-1573-4007-A1C9-A5CBC34711A5}"/>
          </ac:picMkLst>
        </pc:picChg>
        <pc:picChg chg="add mod modCrop">
          <ac:chgData name="Michiel Tognini" userId="be4e7c363be8a751" providerId="LiveId" clId="{0B0317F8-8DEC-4C11-83CD-F7FB3D4319C2}" dt="2022-03-02T16:20:40.056" v="5036" actId="26606"/>
          <ac:picMkLst>
            <pc:docMk/>
            <pc:sldMk cId="1000453111" sldId="272"/>
            <ac:picMk id="7" creationId="{8832F1C2-F38B-4291-933B-705769FD4CFC}"/>
          </ac:picMkLst>
        </pc:picChg>
        <pc:cxnChg chg="add del">
          <ac:chgData name="Michiel Tognini" userId="be4e7c363be8a751" providerId="LiveId" clId="{0B0317F8-8DEC-4C11-83CD-F7FB3D4319C2}" dt="2022-03-02T16:20:31.132" v="5031" actId="26606"/>
          <ac:cxnSpMkLst>
            <pc:docMk/>
            <pc:sldMk cId="1000453111" sldId="272"/>
            <ac:cxnSpMk id="12" creationId="{D4BDCD00-BA97-40D8-93CD-0A9CA931BE17}"/>
          </ac:cxnSpMkLst>
        </pc:cxnChg>
        <pc:cxnChg chg="add del">
          <ac:chgData name="Michiel Tognini" userId="be4e7c363be8a751" providerId="LiveId" clId="{0B0317F8-8DEC-4C11-83CD-F7FB3D4319C2}" dt="2022-03-02T16:20:31.132" v="5031" actId="26606"/>
          <ac:cxnSpMkLst>
            <pc:docMk/>
            <pc:sldMk cId="1000453111" sldId="272"/>
            <ac:cxnSpMk id="14" creationId="{2D631E40-F51C-4828-B23B-DF903513296E}"/>
          </ac:cxnSpMkLst>
        </pc:cxnChg>
      </pc:sldChg>
      <pc:sldChg chg="addSp delSp modSp new mod">
        <pc:chgData name="Michiel Tognini" userId="be4e7c363be8a751" providerId="LiveId" clId="{0B0317F8-8DEC-4C11-83CD-F7FB3D4319C2}" dt="2022-03-02T16:34:24.963" v="5204" actId="12385"/>
        <pc:sldMkLst>
          <pc:docMk/>
          <pc:sldMk cId="2621849485" sldId="273"/>
        </pc:sldMkLst>
        <pc:spChg chg="mod">
          <ac:chgData name="Michiel Tognini" userId="be4e7c363be8a751" providerId="LiveId" clId="{0B0317F8-8DEC-4C11-83CD-F7FB3D4319C2}" dt="2022-03-02T16:22:57.993" v="5080" actId="20577"/>
          <ac:spMkLst>
            <pc:docMk/>
            <pc:sldMk cId="2621849485" sldId="273"/>
            <ac:spMk id="2" creationId="{3F1E8410-BE79-45DE-BAB7-1219A02F10EE}"/>
          </ac:spMkLst>
        </pc:spChg>
        <pc:spChg chg="del">
          <ac:chgData name="Michiel Tognini" userId="be4e7c363be8a751" providerId="LiveId" clId="{0B0317F8-8DEC-4C11-83CD-F7FB3D4319C2}" dt="2022-03-02T16:23:12.165" v="5081" actId="478"/>
          <ac:spMkLst>
            <pc:docMk/>
            <pc:sldMk cId="2621849485" sldId="273"/>
            <ac:spMk id="3" creationId="{76B4960D-9B76-4E84-A074-3863A63E69E1}"/>
          </ac:spMkLst>
        </pc:spChg>
        <pc:spChg chg="add mod">
          <ac:chgData name="Michiel Tognini" userId="be4e7c363be8a751" providerId="LiveId" clId="{0B0317F8-8DEC-4C11-83CD-F7FB3D4319C2}" dt="2022-03-02T16:23:56.855" v="5088" actId="1076"/>
          <ac:spMkLst>
            <pc:docMk/>
            <pc:sldMk cId="2621849485" sldId="273"/>
            <ac:spMk id="6" creationId="{038B096B-AEC3-4062-A56C-842E474C342C}"/>
          </ac:spMkLst>
        </pc:spChg>
        <pc:spChg chg="add mod">
          <ac:chgData name="Michiel Tognini" userId="be4e7c363be8a751" providerId="LiveId" clId="{0B0317F8-8DEC-4C11-83CD-F7FB3D4319C2}" dt="2022-03-02T16:24:07.313" v="5093" actId="20577"/>
          <ac:spMkLst>
            <pc:docMk/>
            <pc:sldMk cId="2621849485" sldId="273"/>
            <ac:spMk id="7" creationId="{207526FF-E294-4F3E-B851-817CE5EB22F8}"/>
          </ac:spMkLst>
        </pc:spChg>
        <pc:graphicFrameChg chg="add mod modGraphic">
          <ac:chgData name="Michiel Tognini" userId="be4e7c363be8a751" providerId="LiveId" clId="{0B0317F8-8DEC-4C11-83CD-F7FB3D4319C2}" dt="2022-03-02T16:34:23.349" v="5203" actId="12385"/>
          <ac:graphicFrameMkLst>
            <pc:docMk/>
            <pc:sldMk cId="2621849485" sldId="273"/>
            <ac:graphicFrameMk id="4" creationId="{A83546D0-E4CB-422C-9BA8-019D9FEAC1FF}"/>
          </ac:graphicFrameMkLst>
        </pc:graphicFrameChg>
        <pc:graphicFrameChg chg="add mod modGraphic">
          <ac:chgData name="Michiel Tognini" userId="be4e7c363be8a751" providerId="LiveId" clId="{0B0317F8-8DEC-4C11-83CD-F7FB3D4319C2}" dt="2022-03-02T16:34:24.963" v="5204" actId="12385"/>
          <ac:graphicFrameMkLst>
            <pc:docMk/>
            <pc:sldMk cId="2621849485" sldId="273"/>
            <ac:graphicFrameMk id="5" creationId="{D0CA99B9-2981-41DD-99DE-D325F4358B01}"/>
          </ac:graphicFrameMkLst>
        </pc:graphicFrameChg>
      </pc:sldChg>
      <pc:sldChg chg="addSp delSp modSp new mod setBg">
        <pc:chgData name="Michiel Tognini" userId="be4e7c363be8a751" providerId="LiveId" clId="{0B0317F8-8DEC-4C11-83CD-F7FB3D4319C2}" dt="2022-03-02T16:26:50.993" v="5102" actId="207"/>
        <pc:sldMkLst>
          <pc:docMk/>
          <pc:sldMk cId="251799786" sldId="274"/>
        </pc:sldMkLst>
        <pc:spChg chg="del">
          <ac:chgData name="Michiel Tognini" userId="be4e7c363be8a751" providerId="LiveId" clId="{0B0317F8-8DEC-4C11-83CD-F7FB3D4319C2}" dt="2022-03-02T16:25:31.974" v="5095" actId="478"/>
          <ac:spMkLst>
            <pc:docMk/>
            <pc:sldMk cId="251799786" sldId="274"/>
            <ac:spMk id="2" creationId="{C52431BD-E885-4FC5-90BA-583D2766C95B}"/>
          </ac:spMkLst>
        </pc:spChg>
        <pc:spChg chg="del">
          <ac:chgData name="Michiel Tognini" userId="be4e7c363be8a751" providerId="LiveId" clId="{0B0317F8-8DEC-4C11-83CD-F7FB3D4319C2}" dt="2022-03-02T16:25:33.897" v="5096" actId="478"/>
          <ac:spMkLst>
            <pc:docMk/>
            <pc:sldMk cId="251799786" sldId="274"/>
            <ac:spMk id="3" creationId="{0A35C1DC-28B2-4272-A6CC-CF595BCA304C}"/>
          </ac:spMkLst>
        </pc:spChg>
        <pc:spChg chg="add">
          <ac:chgData name="Michiel Tognini" userId="be4e7c363be8a751" providerId="LiveId" clId="{0B0317F8-8DEC-4C11-83CD-F7FB3D4319C2}" dt="2022-03-02T16:25:38.784" v="5098" actId="26606"/>
          <ac:spMkLst>
            <pc:docMk/>
            <pc:sldMk cId="251799786" sldId="274"/>
            <ac:spMk id="9" creationId="{D64A12F0-8158-4372-9761-AD0A6ED30C2E}"/>
          </ac:spMkLst>
        </pc:spChg>
        <pc:graphicFrameChg chg="add mod">
          <ac:chgData name="Michiel Tognini" userId="be4e7c363be8a751" providerId="LiveId" clId="{0B0317F8-8DEC-4C11-83CD-F7FB3D4319C2}" dt="2022-03-02T16:26:50.993" v="5102" actId="207"/>
          <ac:graphicFrameMkLst>
            <pc:docMk/>
            <pc:sldMk cId="251799786" sldId="274"/>
            <ac:graphicFrameMk id="4" creationId="{0DA9C08C-CA7A-43F2-8581-1434B77CF7A7}"/>
          </ac:graphicFrameMkLst>
        </pc:graphicFrameChg>
      </pc:sldChg>
      <pc:sldChg chg="addSp delSp modSp new mod setBg">
        <pc:chgData name="Michiel Tognini" userId="be4e7c363be8a751" providerId="LiveId" clId="{0B0317F8-8DEC-4C11-83CD-F7FB3D4319C2}" dt="2022-03-02T16:27:57.115" v="5120" actId="26606"/>
        <pc:sldMkLst>
          <pc:docMk/>
          <pc:sldMk cId="3074420194" sldId="275"/>
        </pc:sldMkLst>
        <pc:spChg chg="del">
          <ac:chgData name="Michiel Tognini" userId="be4e7c363be8a751" providerId="LiveId" clId="{0B0317F8-8DEC-4C11-83CD-F7FB3D4319C2}" dt="2022-03-02T16:27:02.551" v="5104" actId="478"/>
          <ac:spMkLst>
            <pc:docMk/>
            <pc:sldMk cId="3074420194" sldId="275"/>
            <ac:spMk id="2" creationId="{46311DEE-25FC-4EB8-BB4B-BF690664A346}"/>
          </ac:spMkLst>
        </pc:spChg>
        <pc:spChg chg="del">
          <ac:chgData name="Michiel Tognini" userId="be4e7c363be8a751" providerId="LiveId" clId="{0B0317F8-8DEC-4C11-83CD-F7FB3D4319C2}" dt="2022-03-02T16:27:03.359" v="5105" actId="478"/>
          <ac:spMkLst>
            <pc:docMk/>
            <pc:sldMk cId="3074420194" sldId="275"/>
            <ac:spMk id="3" creationId="{F7C70BDB-C7AB-4648-94DE-CECEC8EF4EAE}"/>
          </ac:spMkLst>
        </pc:spChg>
        <pc:spChg chg="add del">
          <ac:chgData name="Michiel Tognini" userId="be4e7c363be8a751" providerId="LiveId" clId="{0B0317F8-8DEC-4C11-83CD-F7FB3D4319C2}" dt="2022-03-02T16:27:44.875" v="5113" actId="26606"/>
          <ac:spMkLst>
            <pc:docMk/>
            <pc:sldMk cId="3074420194" sldId="275"/>
            <ac:spMk id="11" creationId="{7E474281-81D2-445B-80A1-0E2D4738085B}"/>
          </ac:spMkLst>
        </pc:spChg>
        <pc:spChg chg="add del">
          <ac:chgData name="Michiel Tognini" userId="be4e7c363be8a751" providerId="LiveId" clId="{0B0317F8-8DEC-4C11-83CD-F7FB3D4319C2}" dt="2022-03-02T16:27:51.206" v="5115" actId="26606"/>
          <ac:spMkLst>
            <pc:docMk/>
            <pc:sldMk cId="3074420194" sldId="275"/>
            <ac:spMk id="13" creationId="{04E7FB30-D521-4624-BFB3-1B17B8FDF313}"/>
          </ac:spMkLst>
        </pc:spChg>
        <pc:spChg chg="add del">
          <ac:chgData name="Michiel Tognini" userId="be4e7c363be8a751" providerId="LiveId" clId="{0B0317F8-8DEC-4C11-83CD-F7FB3D4319C2}" dt="2022-03-02T16:27:51.206" v="5115" actId="26606"/>
          <ac:spMkLst>
            <pc:docMk/>
            <pc:sldMk cId="3074420194" sldId="275"/>
            <ac:spMk id="14" creationId="{D28C1276-E77E-4882-AF5E-09FCFD4F4CDE}"/>
          </ac:spMkLst>
        </pc:spChg>
        <pc:spChg chg="add del">
          <ac:chgData name="Michiel Tognini" userId="be4e7c363be8a751" providerId="LiveId" clId="{0B0317F8-8DEC-4C11-83CD-F7FB3D4319C2}" dt="2022-03-02T16:27:57.082" v="5119" actId="26606"/>
          <ac:spMkLst>
            <pc:docMk/>
            <pc:sldMk cId="3074420194" sldId="275"/>
            <ac:spMk id="18" creationId="{0227EC41-3856-4540-A198-073E05930FFA}"/>
          </ac:spMkLst>
        </pc:spChg>
        <pc:spChg chg="add del">
          <ac:chgData name="Michiel Tognini" userId="be4e7c363be8a751" providerId="LiveId" clId="{0B0317F8-8DEC-4C11-83CD-F7FB3D4319C2}" dt="2022-03-02T16:27:57.082" v="5119" actId="26606"/>
          <ac:spMkLst>
            <pc:docMk/>
            <pc:sldMk cId="3074420194" sldId="275"/>
            <ac:spMk id="19" creationId="{362E73E5-127F-4651-9BAF-600646EC7E28}"/>
          </ac:spMkLst>
        </pc:spChg>
        <pc:spChg chg="add">
          <ac:chgData name="Michiel Tognini" userId="be4e7c363be8a751" providerId="LiveId" clId="{0B0317F8-8DEC-4C11-83CD-F7FB3D4319C2}" dt="2022-03-02T16:27:57.115" v="5120" actId="26606"/>
          <ac:spMkLst>
            <pc:docMk/>
            <pc:sldMk cId="3074420194" sldId="275"/>
            <ac:spMk id="21" creationId="{7E474281-81D2-445B-80A1-0E2D4738085B}"/>
          </ac:spMkLst>
        </pc:spChg>
        <pc:graphicFrameChg chg="add mod">
          <ac:chgData name="Michiel Tognini" userId="be4e7c363be8a751" providerId="LiveId" clId="{0B0317F8-8DEC-4C11-83CD-F7FB3D4319C2}" dt="2022-03-02T16:27:19.058" v="5107"/>
          <ac:graphicFrameMkLst>
            <pc:docMk/>
            <pc:sldMk cId="3074420194" sldId="275"/>
            <ac:graphicFrameMk id="4" creationId="{90A69F46-E568-4AA8-8A1F-6B0260AE05A1}"/>
          </ac:graphicFrameMkLst>
        </pc:graphicFrameChg>
        <pc:picChg chg="add mod">
          <ac:chgData name="Michiel Tognini" userId="be4e7c363be8a751" providerId="LiveId" clId="{0B0317F8-8DEC-4C11-83CD-F7FB3D4319C2}" dt="2022-03-02T16:27:57.115" v="5120" actId="26606"/>
          <ac:picMkLst>
            <pc:docMk/>
            <pc:sldMk cId="3074420194" sldId="275"/>
            <ac:picMk id="5" creationId="{BFF614F0-5B9B-463E-8A35-E337AA1E44F1}"/>
          </ac:picMkLst>
        </pc:picChg>
        <pc:picChg chg="add mod">
          <ac:chgData name="Michiel Tognini" userId="be4e7c363be8a751" providerId="LiveId" clId="{0B0317F8-8DEC-4C11-83CD-F7FB3D4319C2}" dt="2022-03-02T16:27:57.115" v="5120" actId="26606"/>
          <ac:picMkLst>
            <pc:docMk/>
            <pc:sldMk cId="3074420194" sldId="275"/>
            <ac:picMk id="6" creationId="{3193B943-CB6D-4AE5-B905-2DFD5A3A64E2}"/>
          </ac:picMkLst>
        </pc:picChg>
        <pc:picChg chg="add del">
          <ac:chgData name="Michiel Tognini" userId="be4e7c363be8a751" providerId="LiveId" clId="{0B0317F8-8DEC-4C11-83CD-F7FB3D4319C2}" dt="2022-03-02T16:27:51.619" v="5117" actId="26606"/>
          <ac:picMkLst>
            <pc:docMk/>
            <pc:sldMk cId="3074420194" sldId="275"/>
            <ac:picMk id="16" creationId="{EB707CD0-CF00-411F-B2EE-D6C2A623E152}"/>
          </ac:picMkLst>
        </pc:picChg>
      </pc:sldChg>
      <pc:sldChg chg="addSp delSp modSp new add del mod setBg">
        <pc:chgData name="Michiel Tognini" userId="be4e7c363be8a751" providerId="LiveId" clId="{0B0317F8-8DEC-4C11-83CD-F7FB3D4319C2}" dt="2022-03-02T16:36:52.070" v="5240" actId="2696"/>
        <pc:sldMkLst>
          <pc:docMk/>
          <pc:sldMk cId="389264228" sldId="276"/>
        </pc:sldMkLst>
        <pc:spChg chg="del">
          <ac:chgData name="Michiel Tognini" userId="be4e7c363be8a751" providerId="LiveId" clId="{0B0317F8-8DEC-4C11-83CD-F7FB3D4319C2}" dt="2022-03-02T16:28:58.999" v="5122" actId="478"/>
          <ac:spMkLst>
            <pc:docMk/>
            <pc:sldMk cId="389264228" sldId="276"/>
            <ac:spMk id="2" creationId="{4DF0D78D-48E7-4F46-89AC-D1F3B40E3DE8}"/>
          </ac:spMkLst>
        </pc:spChg>
        <pc:spChg chg="del">
          <ac:chgData name="Michiel Tognini" userId="be4e7c363be8a751" providerId="LiveId" clId="{0B0317F8-8DEC-4C11-83CD-F7FB3D4319C2}" dt="2022-03-02T16:29:00.159" v="5123" actId="478"/>
          <ac:spMkLst>
            <pc:docMk/>
            <pc:sldMk cId="389264228" sldId="276"/>
            <ac:spMk id="3" creationId="{F602DAC9-73D5-478D-AADC-F642E2B927F9}"/>
          </ac:spMkLst>
        </pc:spChg>
        <pc:spChg chg="add">
          <ac:chgData name="Michiel Tognini" userId="be4e7c363be8a751" providerId="LiveId" clId="{0B0317F8-8DEC-4C11-83CD-F7FB3D4319C2}" dt="2022-03-02T16:29:03.871" v="5125" actId="26606"/>
          <ac:spMkLst>
            <pc:docMk/>
            <pc:sldMk cId="389264228" sldId="276"/>
            <ac:spMk id="9" creationId="{D64A12F0-8158-4372-9761-AD0A6ED30C2E}"/>
          </ac:spMkLst>
        </pc:spChg>
        <pc:graphicFrameChg chg="add mod">
          <ac:chgData name="Michiel Tognini" userId="be4e7c363be8a751" providerId="LiveId" clId="{0B0317F8-8DEC-4C11-83CD-F7FB3D4319C2}" dt="2022-03-02T16:29:35.045" v="5128" actId="207"/>
          <ac:graphicFrameMkLst>
            <pc:docMk/>
            <pc:sldMk cId="389264228" sldId="276"/>
            <ac:graphicFrameMk id="4" creationId="{9AD37F5C-E443-4030-88E8-2F7398DD2A8D}"/>
          </ac:graphicFrameMkLst>
        </pc:graphicFrameChg>
      </pc:sldChg>
      <pc:sldChg chg="addSp delSp modSp new add del mod">
        <pc:chgData name="Michiel Tognini" userId="be4e7c363be8a751" providerId="LiveId" clId="{0B0317F8-8DEC-4C11-83CD-F7FB3D4319C2}" dt="2022-03-02T16:36:53.947" v="5241" actId="2696"/>
        <pc:sldMkLst>
          <pc:docMk/>
          <pc:sldMk cId="1450608796" sldId="277"/>
        </pc:sldMkLst>
        <pc:spChg chg="mod">
          <ac:chgData name="Michiel Tognini" userId="be4e7c363be8a751" providerId="LiveId" clId="{0B0317F8-8DEC-4C11-83CD-F7FB3D4319C2}" dt="2022-03-02T16:31:08.032" v="5170" actId="20577"/>
          <ac:spMkLst>
            <pc:docMk/>
            <pc:sldMk cId="1450608796" sldId="277"/>
            <ac:spMk id="2" creationId="{649F6167-4D7D-4403-BC42-2E31B26F0205}"/>
          </ac:spMkLst>
        </pc:spChg>
        <pc:spChg chg="del">
          <ac:chgData name="Michiel Tognini" userId="be4e7c363be8a751" providerId="LiveId" clId="{0B0317F8-8DEC-4C11-83CD-F7FB3D4319C2}" dt="2022-03-02T16:31:15.060" v="5171" actId="478"/>
          <ac:spMkLst>
            <pc:docMk/>
            <pc:sldMk cId="1450608796" sldId="277"/>
            <ac:spMk id="3" creationId="{447EBDF7-F7C4-4E3E-B427-2AD5FF1C2DD4}"/>
          </ac:spMkLst>
        </pc:spChg>
        <pc:spChg chg="add mod">
          <ac:chgData name="Michiel Tognini" userId="be4e7c363be8a751" providerId="LiveId" clId="{0B0317F8-8DEC-4C11-83CD-F7FB3D4319C2}" dt="2022-03-02T16:33:54.072" v="5190" actId="1076"/>
          <ac:spMkLst>
            <pc:docMk/>
            <pc:sldMk cId="1450608796" sldId="277"/>
            <ac:spMk id="7" creationId="{54DED4FC-B704-4B31-9CDF-CC786EA8BE38}"/>
          </ac:spMkLst>
        </pc:spChg>
        <pc:spChg chg="add mod">
          <ac:chgData name="Michiel Tognini" userId="be4e7c363be8a751" providerId="LiveId" clId="{0B0317F8-8DEC-4C11-83CD-F7FB3D4319C2}" dt="2022-03-02T16:34:04.961" v="5199" actId="20577"/>
          <ac:spMkLst>
            <pc:docMk/>
            <pc:sldMk cId="1450608796" sldId="277"/>
            <ac:spMk id="8" creationId="{1E2ACDC7-D152-4EED-B5F5-451718FFCB16}"/>
          </ac:spMkLst>
        </pc:spChg>
        <pc:spChg chg="add mod">
          <ac:chgData name="Michiel Tognini" userId="be4e7c363be8a751" providerId="LiveId" clId="{0B0317F8-8DEC-4C11-83CD-F7FB3D4319C2}" dt="2022-03-02T16:34:07.531" v="5202" actId="20577"/>
          <ac:spMkLst>
            <pc:docMk/>
            <pc:sldMk cId="1450608796" sldId="277"/>
            <ac:spMk id="9" creationId="{BE74E529-D540-4BEA-B5E0-E212B2D42794}"/>
          </ac:spMkLst>
        </pc:spChg>
        <pc:graphicFrameChg chg="add mod modGraphic">
          <ac:chgData name="Michiel Tognini" userId="be4e7c363be8a751" providerId="LiveId" clId="{0B0317F8-8DEC-4C11-83CD-F7FB3D4319C2}" dt="2022-03-02T16:34:28.727" v="5205" actId="12385"/>
          <ac:graphicFrameMkLst>
            <pc:docMk/>
            <pc:sldMk cId="1450608796" sldId="277"/>
            <ac:graphicFrameMk id="4" creationId="{F1D8265F-DD56-49DF-8914-1FE2FC56CCE2}"/>
          </ac:graphicFrameMkLst>
        </pc:graphicFrameChg>
        <pc:graphicFrameChg chg="add mod modGraphic">
          <ac:chgData name="Michiel Tognini" userId="be4e7c363be8a751" providerId="LiveId" clId="{0B0317F8-8DEC-4C11-83CD-F7FB3D4319C2}" dt="2022-03-02T16:34:30.981" v="5206" actId="12385"/>
          <ac:graphicFrameMkLst>
            <pc:docMk/>
            <pc:sldMk cId="1450608796" sldId="277"/>
            <ac:graphicFrameMk id="5" creationId="{4C1E1D7F-44F6-49F2-B451-65D7DBF4B0D7}"/>
          </ac:graphicFrameMkLst>
        </pc:graphicFrameChg>
        <pc:graphicFrameChg chg="add mod modGraphic">
          <ac:chgData name="Michiel Tognini" userId="be4e7c363be8a751" providerId="LiveId" clId="{0B0317F8-8DEC-4C11-83CD-F7FB3D4319C2}" dt="2022-03-02T16:34:32.957" v="5207" actId="12385"/>
          <ac:graphicFrameMkLst>
            <pc:docMk/>
            <pc:sldMk cId="1450608796" sldId="277"/>
            <ac:graphicFrameMk id="6" creationId="{1DE2786C-55CB-4948-A257-2440205E5957}"/>
          </ac:graphicFrameMkLst>
        </pc:graphicFrameChg>
      </pc:sldChg>
      <pc:sldChg chg="addSp delSp modSp new add del mod setBg">
        <pc:chgData name="Michiel Tognini" userId="be4e7c363be8a751" providerId="LiveId" clId="{0B0317F8-8DEC-4C11-83CD-F7FB3D4319C2}" dt="2022-03-02T16:37:01.607" v="5243" actId="2696"/>
        <pc:sldMkLst>
          <pc:docMk/>
          <pc:sldMk cId="1514335166" sldId="278"/>
        </pc:sldMkLst>
        <pc:spChg chg="del">
          <ac:chgData name="Michiel Tognini" userId="be4e7c363be8a751" providerId="LiveId" clId="{0B0317F8-8DEC-4C11-83CD-F7FB3D4319C2}" dt="2022-03-02T16:34:57.545" v="5209" actId="478"/>
          <ac:spMkLst>
            <pc:docMk/>
            <pc:sldMk cId="1514335166" sldId="278"/>
            <ac:spMk id="2" creationId="{642C4353-4EC3-4909-8BAC-B0CD4997FC1D}"/>
          </ac:spMkLst>
        </pc:spChg>
        <pc:spChg chg="del">
          <ac:chgData name="Michiel Tognini" userId="be4e7c363be8a751" providerId="LiveId" clId="{0B0317F8-8DEC-4C11-83CD-F7FB3D4319C2}" dt="2022-03-02T16:34:59.815" v="5210" actId="478"/>
          <ac:spMkLst>
            <pc:docMk/>
            <pc:sldMk cId="1514335166" sldId="278"/>
            <ac:spMk id="3" creationId="{43C84544-8730-4572-B19F-CCE2497C398C}"/>
          </ac:spMkLst>
        </pc:spChg>
        <pc:spChg chg="add">
          <ac:chgData name="Michiel Tognini" userId="be4e7c363be8a751" providerId="LiveId" clId="{0B0317F8-8DEC-4C11-83CD-F7FB3D4319C2}" dt="2022-03-02T16:35:54.440" v="5226" actId="26606"/>
          <ac:spMkLst>
            <pc:docMk/>
            <pc:sldMk cId="1514335166" sldId="278"/>
            <ac:spMk id="12" creationId="{9527FCEA-6143-4C5E-8C45-8AC9237ADE89}"/>
          </ac:spMkLst>
        </pc:spChg>
        <pc:spChg chg="add">
          <ac:chgData name="Michiel Tognini" userId="be4e7c363be8a751" providerId="LiveId" clId="{0B0317F8-8DEC-4C11-83CD-F7FB3D4319C2}" dt="2022-03-02T16:35:54.440" v="5226" actId="26606"/>
          <ac:spMkLst>
            <pc:docMk/>
            <pc:sldMk cId="1514335166" sldId="278"/>
            <ac:spMk id="14" creationId="{1A9F23AD-7A55-49F3-A3EC-743F47F36B0E}"/>
          </ac:spMkLst>
        </pc:spChg>
        <pc:spChg chg="add">
          <ac:chgData name="Michiel Tognini" userId="be4e7c363be8a751" providerId="LiveId" clId="{0B0317F8-8DEC-4C11-83CD-F7FB3D4319C2}" dt="2022-03-02T16:35:54.440" v="5226" actId="26606"/>
          <ac:spMkLst>
            <pc:docMk/>
            <pc:sldMk cId="1514335166" sldId="278"/>
            <ac:spMk id="16" creationId="{D7D9F91F-72C9-4DB9-ABD0-A8180D8262D5}"/>
          </ac:spMkLst>
        </pc:spChg>
        <pc:spChg chg="add">
          <ac:chgData name="Michiel Tognini" userId="be4e7c363be8a751" providerId="LiveId" clId="{0B0317F8-8DEC-4C11-83CD-F7FB3D4319C2}" dt="2022-03-02T16:35:54.440" v="5226" actId="26606"/>
          <ac:spMkLst>
            <pc:docMk/>
            <pc:sldMk cId="1514335166" sldId="278"/>
            <ac:spMk id="18" creationId="{BE016956-CE9F-4946-8834-A8BC3529D0F6}"/>
          </ac:spMkLst>
        </pc:spChg>
        <pc:picChg chg="add mod">
          <ac:chgData name="Michiel Tognini" userId="be4e7c363be8a751" providerId="LiveId" clId="{0B0317F8-8DEC-4C11-83CD-F7FB3D4319C2}" dt="2022-03-02T16:35:05.618" v="5212"/>
          <ac:picMkLst>
            <pc:docMk/>
            <pc:sldMk cId="1514335166" sldId="278"/>
            <ac:picMk id="4" creationId="{9794D961-5F6E-4647-B302-C02A25285479}"/>
          </ac:picMkLst>
        </pc:picChg>
        <pc:picChg chg="add mod ord">
          <ac:chgData name="Michiel Tognini" userId="be4e7c363be8a751" providerId="LiveId" clId="{0B0317F8-8DEC-4C11-83CD-F7FB3D4319C2}" dt="2022-03-02T16:36:08.693" v="5227" actId="1076"/>
          <ac:picMkLst>
            <pc:docMk/>
            <pc:sldMk cId="1514335166" sldId="278"/>
            <ac:picMk id="5" creationId="{0DA6812D-4A3B-40BF-A5AB-D8E8AC05B776}"/>
          </ac:picMkLst>
        </pc:picChg>
        <pc:picChg chg="add mod">
          <ac:chgData name="Michiel Tognini" userId="be4e7c363be8a751" providerId="LiveId" clId="{0B0317F8-8DEC-4C11-83CD-F7FB3D4319C2}" dt="2022-03-02T16:36:17.846" v="5230" actId="1076"/>
          <ac:picMkLst>
            <pc:docMk/>
            <pc:sldMk cId="1514335166" sldId="278"/>
            <ac:picMk id="6" creationId="{18EEC1F5-0EE0-41FF-AECE-23FBA01DEA7D}"/>
          </ac:picMkLst>
        </pc:picChg>
        <pc:picChg chg="add mod">
          <ac:chgData name="Michiel Tognini" userId="be4e7c363be8a751" providerId="LiveId" clId="{0B0317F8-8DEC-4C11-83CD-F7FB3D4319C2}" dt="2022-03-02T16:35:54.440" v="5226" actId="26606"/>
          <ac:picMkLst>
            <pc:docMk/>
            <pc:sldMk cId="1514335166" sldId="278"/>
            <ac:picMk id="7" creationId="{BC8E6547-6DEF-4C9C-9AC7-4EFC36734E8D}"/>
          </ac:picMkLst>
        </pc:picChg>
        <pc:picChg chg="add del mod">
          <ac:chgData name="Michiel Tognini" userId="be4e7c363be8a751" providerId="LiveId" clId="{0B0317F8-8DEC-4C11-83CD-F7FB3D4319C2}" dt="2022-03-02T16:36:41.676" v="5236" actId="21"/>
          <ac:picMkLst>
            <pc:docMk/>
            <pc:sldMk cId="1514335166" sldId="278"/>
            <ac:picMk id="8" creationId="{077A024F-14DF-43C1-8E5B-D7DB82FBA3CC}"/>
          </ac:picMkLst>
        </pc:picChg>
      </pc:sldChg>
      <pc:sldChg chg="addSp delSp modSp new del mod setBg">
        <pc:chgData name="Michiel Tognini" userId="be4e7c363be8a751" providerId="LiveId" clId="{0B0317F8-8DEC-4C11-83CD-F7FB3D4319C2}" dt="2022-03-02T16:41:46.701" v="5304" actId="47"/>
        <pc:sldMkLst>
          <pc:docMk/>
          <pc:sldMk cId="1602194191" sldId="278"/>
        </pc:sldMkLst>
        <pc:spChg chg="del">
          <ac:chgData name="Michiel Tognini" userId="be4e7c363be8a751" providerId="LiveId" clId="{0B0317F8-8DEC-4C11-83CD-F7FB3D4319C2}" dt="2022-03-02T16:40:31.723" v="5283" actId="478"/>
          <ac:spMkLst>
            <pc:docMk/>
            <pc:sldMk cId="1602194191" sldId="278"/>
            <ac:spMk id="2" creationId="{E93C0DC6-4E55-406A-9537-F5593F6D32A0}"/>
          </ac:spMkLst>
        </pc:spChg>
        <pc:spChg chg="del">
          <ac:chgData name="Michiel Tognini" userId="be4e7c363be8a751" providerId="LiveId" clId="{0B0317F8-8DEC-4C11-83CD-F7FB3D4319C2}" dt="2022-03-02T16:40:32.934" v="5284" actId="478"/>
          <ac:spMkLst>
            <pc:docMk/>
            <pc:sldMk cId="1602194191" sldId="278"/>
            <ac:spMk id="3" creationId="{330B8897-6F23-4FE9-8ECE-663E5183D6EC}"/>
          </ac:spMkLst>
        </pc:spChg>
        <pc:spChg chg="add del">
          <ac:chgData name="Michiel Tognini" userId="be4e7c363be8a751" providerId="LiveId" clId="{0B0317F8-8DEC-4C11-83CD-F7FB3D4319C2}" dt="2022-03-02T16:40:53.701" v="5291" actId="26606"/>
          <ac:spMkLst>
            <pc:docMk/>
            <pc:sldMk cId="1602194191" sldId="278"/>
            <ac:spMk id="11" creationId="{BFDC535F-AC0A-417D-96AB-6706BECACD95}"/>
          </ac:spMkLst>
        </pc:spChg>
        <pc:spChg chg="add del">
          <ac:chgData name="Michiel Tognini" userId="be4e7c363be8a751" providerId="LiveId" clId="{0B0317F8-8DEC-4C11-83CD-F7FB3D4319C2}" dt="2022-03-02T16:40:53.701" v="5291" actId="26606"/>
          <ac:spMkLst>
            <pc:docMk/>
            <pc:sldMk cId="1602194191" sldId="278"/>
            <ac:spMk id="13" creationId="{97AAAF8E-31DB-4148-8FCA-4D8233D691C6}"/>
          </ac:spMkLst>
        </pc:spChg>
        <pc:spChg chg="add del">
          <ac:chgData name="Michiel Tognini" userId="be4e7c363be8a751" providerId="LiveId" clId="{0B0317F8-8DEC-4C11-83CD-F7FB3D4319C2}" dt="2022-03-02T16:40:53.701" v="5291" actId="26606"/>
          <ac:spMkLst>
            <pc:docMk/>
            <pc:sldMk cId="1602194191" sldId="278"/>
            <ac:spMk id="15" creationId="{AA274328-4774-4DF9-BA53-452565122FBB}"/>
          </ac:spMkLst>
        </pc:spChg>
        <pc:spChg chg="add del">
          <ac:chgData name="Michiel Tognini" userId="be4e7c363be8a751" providerId="LiveId" clId="{0B0317F8-8DEC-4C11-83CD-F7FB3D4319C2}" dt="2022-03-02T16:40:53.701" v="5291" actId="26606"/>
          <ac:spMkLst>
            <pc:docMk/>
            <pc:sldMk cId="1602194191" sldId="278"/>
            <ac:spMk id="17" creationId="{01C7B46D-2FEF-4FAA-915B-8B21A66BB647}"/>
          </ac:spMkLst>
        </pc:spChg>
        <pc:spChg chg="add del">
          <ac:chgData name="Michiel Tognini" userId="be4e7c363be8a751" providerId="LiveId" clId="{0B0317F8-8DEC-4C11-83CD-F7FB3D4319C2}" dt="2022-03-02T16:40:57.075" v="5293" actId="26606"/>
          <ac:spMkLst>
            <pc:docMk/>
            <pc:sldMk cId="1602194191" sldId="278"/>
            <ac:spMk id="19" creationId="{799448F2-0E5B-42DA-B2D1-11A14E947BD4}"/>
          </ac:spMkLst>
        </pc:spChg>
        <pc:spChg chg="add del">
          <ac:chgData name="Michiel Tognini" userId="be4e7c363be8a751" providerId="LiveId" clId="{0B0317F8-8DEC-4C11-83CD-F7FB3D4319C2}" dt="2022-03-02T16:40:57.075" v="5293" actId="26606"/>
          <ac:spMkLst>
            <pc:docMk/>
            <pc:sldMk cId="1602194191" sldId="278"/>
            <ac:spMk id="20" creationId="{4E8A7552-20E1-4F34-ADAB-C1DB6634D47E}"/>
          </ac:spMkLst>
        </pc:spChg>
        <pc:spChg chg="add del">
          <ac:chgData name="Michiel Tognini" userId="be4e7c363be8a751" providerId="LiveId" clId="{0B0317F8-8DEC-4C11-83CD-F7FB3D4319C2}" dt="2022-03-02T16:41:01.533" v="5295" actId="26606"/>
          <ac:spMkLst>
            <pc:docMk/>
            <pc:sldMk cId="1602194191" sldId="278"/>
            <ac:spMk id="22" creationId="{9527FCEA-6143-4C5E-8C45-8AC9237ADE89}"/>
          </ac:spMkLst>
        </pc:spChg>
        <pc:spChg chg="add del">
          <ac:chgData name="Michiel Tognini" userId="be4e7c363be8a751" providerId="LiveId" clId="{0B0317F8-8DEC-4C11-83CD-F7FB3D4319C2}" dt="2022-03-02T16:41:01.533" v="5295" actId="26606"/>
          <ac:spMkLst>
            <pc:docMk/>
            <pc:sldMk cId="1602194191" sldId="278"/>
            <ac:spMk id="23" creationId="{1A9F23AD-7A55-49F3-A3EC-743F47F36B0E}"/>
          </ac:spMkLst>
        </pc:spChg>
        <pc:spChg chg="add del">
          <ac:chgData name="Michiel Tognini" userId="be4e7c363be8a751" providerId="LiveId" clId="{0B0317F8-8DEC-4C11-83CD-F7FB3D4319C2}" dt="2022-03-02T16:41:01.533" v="5295" actId="26606"/>
          <ac:spMkLst>
            <pc:docMk/>
            <pc:sldMk cId="1602194191" sldId="278"/>
            <ac:spMk id="24" creationId="{D7D9F91F-72C9-4DB9-ABD0-A8180D8262D5}"/>
          </ac:spMkLst>
        </pc:spChg>
        <pc:spChg chg="add del">
          <ac:chgData name="Michiel Tognini" userId="be4e7c363be8a751" providerId="LiveId" clId="{0B0317F8-8DEC-4C11-83CD-F7FB3D4319C2}" dt="2022-03-02T16:41:01.533" v="5295" actId="26606"/>
          <ac:spMkLst>
            <pc:docMk/>
            <pc:sldMk cId="1602194191" sldId="278"/>
            <ac:spMk id="25" creationId="{BE016956-CE9F-4946-8834-A8BC3529D0F6}"/>
          </ac:spMkLst>
        </pc:spChg>
        <pc:spChg chg="add del">
          <ac:chgData name="Michiel Tognini" userId="be4e7c363be8a751" providerId="LiveId" clId="{0B0317F8-8DEC-4C11-83CD-F7FB3D4319C2}" dt="2022-03-02T16:41:26.815" v="5302" actId="26606"/>
          <ac:spMkLst>
            <pc:docMk/>
            <pc:sldMk cId="1602194191" sldId="278"/>
            <ac:spMk id="30" creationId="{AA3CC463-F933-4AC4-86E1-5AC14B0C3163}"/>
          </ac:spMkLst>
        </pc:spChg>
        <pc:spChg chg="add del">
          <ac:chgData name="Michiel Tognini" userId="be4e7c363be8a751" providerId="LiveId" clId="{0B0317F8-8DEC-4C11-83CD-F7FB3D4319C2}" dt="2022-03-02T16:41:26.815" v="5302" actId="26606"/>
          <ac:spMkLst>
            <pc:docMk/>
            <pc:sldMk cId="1602194191" sldId="278"/>
            <ac:spMk id="31" creationId="{6025D2DB-A12A-44DB-B00E-F4D622329EDD}"/>
          </ac:spMkLst>
        </pc:spChg>
        <pc:spChg chg="add del">
          <ac:chgData name="Michiel Tognini" userId="be4e7c363be8a751" providerId="LiveId" clId="{0B0317F8-8DEC-4C11-83CD-F7FB3D4319C2}" dt="2022-03-02T16:41:26.815" v="5302" actId="26606"/>
          <ac:spMkLst>
            <pc:docMk/>
            <pc:sldMk cId="1602194191" sldId="278"/>
            <ac:spMk id="32" creationId="{CE7E7877-F64E-4EEA-B778-138031EFF874}"/>
          </ac:spMkLst>
        </pc:spChg>
        <pc:spChg chg="add del">
          <ac:chgData name="Michiel Tognini" userId="be4e7c363be8a751" providerId="LiveId" clId="{0B0317F8-8DEC-4C11-83CD-F7FB3D4319C2}" dt="2022-03-02T16:41:26.815" v="5302" actId="26606"/>
          <ac:spMkLst>
            <pc:docMk/>
            <pc:sldMk cId="1602194191" sldId="278"/>
            <ac:spMk id="33" creationId="{7DD6C4F3-70FD-4F13-919C-702EE4886499}"/>
          </ac:spMkLst>
        </pc:spChg>
        <pc:picChg chg="add mod ord">
          <ac:chgData name="Michiel Tognini" userId="be4e7c363be8a751" providerId="LiveId" clId="{0B0317F8-8DEC-4C11-83CD-F7FB3D4319C2}" dt="2022-03-02T16:41:37.489" v="5303" actId="1076"/>
          <ac:picMkLst>
            <pc:docMk/>
            <pc:sldMk cId="1602194191" sldId="278"/>
            <ac:picMk id="4" creationId="{18110761-DF50-4686-954F-53B03F61B51C}"/>
          </ac:picMkLst>
        </pc:picChg>
        <pc:picChg chg="add mod ord">
          <ac:chgData name="Michiel Tognini" userId="be4e7c363be8a751" providerId="LiveId" clId="{0B0317F8-8DEC-4C11-83CD-F7FB3D4319C2}" dt="2022-03-02T16:41:26.815" v="5302" actId="26606"/>
          <ac:picMkLst>
            <pc:docMk/>
            <pc:sldMk cId="1602194191" sldId="278"/>
            <ac:picMk id="5" creationId="{D5FC6B11-39AA-4985-A5ED-F2306A86BA8F}"/>
          </ac:picMkLst>
        </pc:picChg>
        <pc:picChg chg="add mod ord">
          <ac:chgData name="Michiel Tognini" userId="be4e7c363be8a751" providerId="LiveId" clId="{0B0317F8-8DEC-4C11-83CD-F7FB3D4319C2}" dt="2022-03-02T16:41:26.815" v="5302" actId="26606"/>
          <ac:picMkLst>
            <pc:docMk/>
            <pc:sldMk cId="1602194191" sldId="278"/>
            <ac:picMk id="6" creationId="{314BBF70-CDC3-4790-A12B-DB35855550D9}"/>
          </ac:picMkLst>
        </pc:picChg>
        <pc:cxnChg chg="add del">
          <ac:chgData name="Michiel Tognini" userId="be4e7c363be8a751" providerId="LiveId" clId="{0B0317F8-8DEC-4C11-83CD-F7FB3D4319C2}" dt="2022-03-02T16:41:11.690" v="5297" actId="26606"/>
          <ac:cxnSpMkLst>
            <pc:docMk/>
            <pc:sldMk cId="1602194191" sldId="278"/>
            <ac:cxnSpMk id="27" creationId="{D4BDCD00-BA97-40D8-93CD-0A9CA931BE17}"/>
          </ac:cxnSpMkLst>
        </pc:cxnChg>
        <pc:cxnChg chg="add del">
          <ac:chgData name="Michiel Tognini" userId="be4e7c363be8a751" providerId="LiveId" clId="{0B0317F8-8DEC-4C11-83CD-F7FB3D4319C2}" dt="2022-03-02T16:41:11.690" v="5297" actId="26606"/>
          <ac:cxnSpMkLst>
            <pc:docMk/>
            <pc:sldMk cId="1602194191" sldId="278"/>
            <ac:cxnSpMk id="28" creationId="{2D631E40-F51C-4828-B23B-DF903513296E}"/>
          </ac:cxnSpMkLst>
        </pc:cxnChg>
      </pc:sldChg>
      <pc:sldChg chg="addSp delSp modSp new del mod">
        <pc:chgData name="Michiel Tognini" userId="be4e7c363be8a751" providerId="LiveId" clId="{0B0317F8-8DEC-4C11-83CD-F7FB3D4319C2}" dt="2022-03-02T16:40:24.554" v="5281" actId="47"/>
        <pc:sldMkLst>
          <pc:docMk/>
          <pc:sldMk cId="1770634313" sldId="278"/>
        </pc:sldMkLst>
        <pc:spChg chg="del">
          <ac:chgData name="Michiel Tognini" userId="be4e7c363be8a751" providerId="LiveId" clId="{0B0317F8-8DEC-4C11-83CD-F7FB3D4319C2}" dt="2022-03-02T16:39:45.423" v="5272" actId="478"/>
          <ac:spMkLst>
            <pc:docMk/>
            <pc:sldMk cId="1770634313" sldId="278"/>
            <ac:spMk id="2" creationId="{4AD0456C-86AC-4FC7-A9E7-72F73BDDAFC0}"/>
          </ac:spMkLst>
        </pc:spChg>
        <pc:spChg chg="del">
          <ac:chgData name="Michiel Tognini" userId="be4e7c363be8a751" providerId="LiveId" clId="{0B0317F8-8DEC-4C11-83CD-F7FB3D4319C2}" dt="2022-03-02T16:39:46.747" v="5273" actId="478"/>
          <ac:spMkLst>
            <pc:docMk/>
            <pc:sldMk cId="1770634313" sldId="278"/>
            <ac:spMk id="3" creationId="{69808C4B-24D8-4F03-8ACD-A6B47C2B5DD8}"/>
          </ac:spMkLst>
        </pc:spChg>
        <pc:picChg chg="add mod">
          <ac:chgData name="Michiel Tognini" userId="be4e7c363be8a751" providerId="LiveId" clId="{0B0317F8-8DEC-4C11-83CD-F7FB3D4319C2}" dt="2022-03-02T16:40:13.279" v="5279" actId="1076"/>
          <ac:picMkLst>
            <pc:docMk/>
            <pc:sldMk cId="1770634313" sldId="278"/>
            <ac:picMk id="4" creationId="{48652E24-E640-4CB5-8755-1A081DB2DF94}"/>
          </ac:picMkLst>
        </pc:picChg>
        <pc:picChg chg="add mod">
          <ac:chgData name="Michiel Tognini" userId="be4e7c363be8a751" providerId="LiveId" clId="{0B0317F8-8DEC-4C11-83CD-F7FB3D4319C2}" dt="2022-03-02T16:40:09.972" v="5278" actId="1076"/>
          <ac:picMkLst>
            <pc:docMk/>
            <pc:sldMk cId="1770634313" sldId="278"/>
            <ac:picMk id="5" creationId="{27BF020F-65C8-416B-B874-9AB2AF26041F}"/>
          </ac:picMkLst>
        </pc:picChg>
        <pc:picChg chg="add mod">
          <ac:chgData name="Michiel Tognini" userId="be4e7c363be8a751" providerId="LiveId" clId="{0B0317F8-8DEC-4C11-83CD-F7FB3D4319C2}" dt="2022-03-02T16:40:16.738" v="5280"/>
          <ac:picMkLst>
            <pc:docMk/>
            <pc:sldMk cId="1770634313" sldId="278"/>
            <ac:picMk id="6" creationId="{D4909D18-EB97-48F0-890D-2FE19818BF9E}"/>
          </ac:picMkLst>
        </pc:picChg>
      </pc:sldChg>
      <pc:sldChg chg="addSp delSp modSp new mod setBg">
        <pc:chgData name="Michiel Tognini" userId="be4e7c363be8a751" providerId="LiveId" clId="{0B0317F8-8DEC-4C11-83CD-F7FB3D4319C2}" dt="2022-03-02T16:56:04.532" v="5312" actId="26606"/>
        <pc:sldMkLst>
          <pc:docMk/>
          <pc:sldMk cId="2632946261" sldId="278"/>
        </pc:sldMkLst>
        <pc:spChg chg="del">
          <ac:chgData name="Michiel Tognini" userId="be4e7c363be8a751" providerId="LiveId" clId="{0B0317F8-8DEC-4C11-83CD-F7FB3D4319C2}" dt="2022-03-02T16:41:53.656" v="5306" actId="478"/>
          <ac:spMkLst>
            <pc:docMk/>
            <pc:sldMk cId="2632946261" sldId="278"/>
            <ac:spMk id="2" creationId="{AD994EE1-340C-4D88-BD67-5DBE2FDD8035}"/>
          </ac:spMkLst>
        </pc:spChg>
        <pc:spChg chg="del">
          <ac:chgData name="Michiel Tognini" userId="be4e7c363be8a751" providerId="LiveId" clId="{0B0317F8-8DEC-4C11-83CD-F7FB3D4319C2}" dt="2022-03-02T16:41:54.795" v="5307" actId="478"/>
          <ac:spMkLst>
            <pc:docMk/>
            <pc:sldMk cId="2632946261" sldId="278"/>
            <ac:spMk id="3" creationId="{3AB1D2C1-B3F8-4BE9-98D7-34490060D7B3}"/>
          </ac:spMkLst>
        </pc:spChg>
        <pc:spChg chg="add">
          <ac:chgData name="Michiel Tognini" userId="be4e7c363be8a751" providerId="LiveId" clId="{0B0317F8-8DEC-4C11-83CD-F7FB3D4319C2}" dt="2022-03-02T16:56:04.532" v="5312" actId="26606"/>
          <ac:spMkLst>
            <pc:docMk/>
            <pc:sldMk cId="2632946261" sldId="278"/>
            <ac:spMk id="10" creationId="{1237BE7E-4891-403E-A451-64911745167F}"/>
          </ac:spMkLst>
        </pc:spChg>
        <pc:spChg chg="add">
          <ac:chgData name="Michiel Tognini" userId="be4e7c363be8a751" providerId="LiveId" clId="{0B0317F8-8DEC-4C11-83CD-F7FB3D4319C2}" dt="2022-03-02T16:56:04.532" v="5312" actId="26606"/>
          <ac:spMkLst>
            <pc:docMk/>
            <pc:sldMk cId="2632946261" sldId="278"/>
            <ac:spMk id="12" creationId="{DB960A63-C68D-4FD1-AD9F-B6B98B320E0A}"/>
          </ac:spMkLst>
        </pc:spChg>
        <pc:spChg chg="add">
          <ac:chgData name="Michiel Tognini" userId="be4e7c363be8a751" providerId="LiveId" clId="{0B0317F8-8DEC-4C11-83CD-F7FB3D4319C2}" dt="2022-03-02T16:56:04.532" v="5312" actId="26606"/>
          <ac:spMkLst>
            <pc:docMk/>
            <pc:sldMk cId="2632946261" sldId="278"/>
            <ac:spMk id="14" creationId="{2D896C4B-00AB-4C6E-AFB0-68503E8A34F2}"/>
          </ac:spMkLst>
        </pc:spChg>
        <pc:spChg chg="add">
          <ac:chgData name="Michiel Tognini" userId="be4e7c363be8a751" providerId="LiveId" clId="{0B0317F8-8DEC-4C11-83CD-F7FB3D4319C2}" dt="2022-03-02T16:56:04.532" v="5312" actId="26606"/>
          <ac:spMkLst>
            <pc:docMk/>
            <pc:sldMk cId="2632946261" sldId="278"/>
            <ac:spMk id="16" creationId="{BAC8AB2A-3FC8-48A0-82D5-6CC49C3612B4}"/>
          </ac:spMkLst>
        </pc:spChg>
        <pc:spChg chg="add">
          <ac:chgData name="Michiel Tognini" userId="be4e7c363be8a751" providerId="LiveId" clId="{0B0317F8-8DEC-4C11-83CD-F7FB3D4319C2}" dt="2022-03-02T16:56:04.532" v="5312" actId="26606"/>
          <ac:spMkLst>
            <pc:docMk/>
            <pc:sldMk cId="2632946261" sldId="278"/>
            <ac:spMk id="18" creationId="{CE484DC2-EDCE-4AB0-9BEB-D57C33411302}"/>
          </ac:spMkLst>
        </pc:spChg>
        <pc:picChg chg="add mod">
          <ac:chgData name="Michiel Tognini" userId="be4e7c363be8a751" providerId="LiveId" clId="{0B0317F8-8DEC-4C11-83CD-F7FB3D4319C2}" dt="2022-03-02T16:56:04.532" v="5312" actId="26606"/>
          <ac:picMkLst>
            <pc:docMk/>
            <pc:sldMk cId="2632946261" sldId="278"/>
            <ac:picMk id="4" creationId="{214FA9D7-A523-4DFA-B5D6-F8608F324B7A}"/>
          </ac:picMkLst>
        </pc:picChg>
        <pc:picChg chg="add mod">
          <ac:chgData name="Michiel Tognini" userId="be4e7c363be8a751" providerId="LiveId" clId="{0B0317F8-8DEC-4C11-83CD-F7FB3D4319C2}" dt="2022-03-02T16:56:04.532" v="5312" actId="26606"/>
          <ac:picMkLst>
            <pc:docMk/>
            <pc:sldMk cId="2632946261" sldId="278"/>
            <ac:picMk id="5" creationId="{E95A8855-9963-45C2-A03C-F59DBBEEA29A}"/>
          </ac:picMkLst>
        </pc:picChg>
      </pc:sldChg>
      <pc:sldChg chg="addSp delSp modSp new del mod setBg">
        <pc:chgData name="Michiel Tognini" userId="be4e7c363be8a751" providerId="LiveId" clId="{0B0317F8-8DEC-4C11-83CD-F7FB3D4319C2}" dt="2022-03-02T16:39:41.006" v="5270" actId="47"/>
        <pc:sldMkLst>
          <pc:docMk/>
          <pc:sldMk cId="3818402418" sldId="278"/>
        </pc:sldMkLst>
        <pc:spChg chg="del">
          <ac:chgData name="Michiel Tognini" userId="be4e7c363be8a751" providerId="LiveId" clId="{0B0317F8-8DEC-4C11-83CD-F7FB3D4319C2}" dt="2022-03-02T16:37:09.530" v="5245" actId="478"/>
          <ac:spMkLst>
            <pc:docMk/>
            <pc:sldMk cId="3818402418" sldId="278"/>
            <ac:spMk id="2" creationId="{7A046A00-8C99-4E05-BD07-5FD8F17F34B8}"/>
          </ac:spMkLst>
        </pc:spChg>
        <pc:spChg chg="del">
          <ac:chgData name="Michiel Tognini" userId="be4e7c363be8a751" providerId="LiveId" clId="{0B0317F8-8DEC-4C11-83CD-F7FB3D4319C2}" dt="2022-03-02T16:37:11.240" v="5246" actId="478"/>
          <ac:spMkLst>
            <pc:docMk/>
            <pc:sldMk cId="3818402418" sldId="278"/>
            <ac:spMk id="3" creationId="{D311C251-D4C4-4064-832E-8F7AA65314C7}"/>
          </ac:spMkLst>
        </pc:spChg>
        <pc:spChg chg="add del">
          <ac:chgData name="Michiel Tognini" userId="be4e7c363be8a751" providerId="LiveId" clId="{0B0317F8-8DEC-4C11-83CD-F7FB3D4319C2}" dt="2022-03-02T16:38:09.169" v="5256" actId="26606"/>
          <ac:spMkLst>
            <pc:docMk/>
            <pc:sldMk cId="3818402418" sldId="278"/>
            <ac:spMk id="11" creationId="{19E301E5-1206-47D0-9CDF-72583D739089}"/>
          </ac:spMkLst>
        </pc:spChg>
        <pc:spChg chg="add del">
          <ac:chgData name="Michiel Tognini" userId="be4e7c363be8a751" providerId="LiveId" clId="{0B0317F8-8DEC-4C11-83CD-F7FB3D4319C2}" dt="2022-03-02T16:38:09.169" v="5256" actId="26606"/>
          <ac:spMkLst>
            <pc:docMk/>
            <pc:sldMk cId="3818402418" sldId="278"/>
            <ac:spMk id="13" creationId="{AFA31FBE-7948-4384-B68A-75DEFDC4955A}"/>
          </ac:spMkLst>
        </pc:spChg>
        <pc:picChg chg="add mod ord">
          <ac:chgData name="Michiel Tognini" userId="be4e7c363be8a751" providerId="LiveId" clId="{0B0317F8-8DEC-4C11-83CD-F7FB3D4319C2}" dt="2022-03-02T16:39:37.221" v="5268" actId="1076"/>
          <ac:picMkLst>
            <pc:docMk/>
            <pc:sldMk cId="3818402418" sldId="278"/>
            <ac:picMk id="4" creationId="{29DAC46D-93A0-47A6-B2A8-739D9A865C51}"/>
          </ac:picMkLst>
        </pc:picChg>
        <pc:picChg chg="add del mod ord">
          <ac:chgData name="Michiel Tognini" userId="be4e7c363be8a751" providerId="LiveId" clId="{0B0317F8-8DEC-4C11-83CD-F7FB3D4319C2}" dt="2022-03-02T16:39:35.846" v="5266" actId="14100"/>
          <ac:picMkLst>
            <pc:docMk/>
            <pc:sldMk cId="3818402418" sldId="278"/>
            <ac:picMk id="5" creationId="{A1E17BB4-7AD7-4632-A69F-DEAE6396F27D}"/>
          </ac:picMkLst>
        </pc:picChg>
        <pc:picChg chg="add mod">
          <ac:chgData name="Michiel Tognini" userId="be4e7c363be8a751" providerId="LiveId" clId="{0B0317F8-8DEC-4C11-83CD-F7FB3D4319C2}" dt="2022-03-02T16:39:37.899" v="5269" actId="1076"/>
          <ac:picMkLst>
            <pc:docMk/>
            <pc:sldMk cId="3818402418" sldId="278"/>
            <ac:picMk id="6" creationId="{5D20C905-1282-4340-8EBD-71BCA7D6BE80}"/>
          </ac:picMkLst>
        </pc:picChg>
        <pc:cxnChg chg="add del">
          <ac:chgData name="Michiel Tognini" userId="be4e7c363be8a751" providerId="LiveId" clId="{0B0317F8-8DEC-4C11-83CD-F7FB3D4319C2}" dt="2022-03-02T16:39:01.617" v="5262" actId="26606"/>
          <ac:cxnSpMkLst>
            <pc:docMk/>
            <pc:sldMk cId="3818402418" sldId="278"/>
            <ac:cxnSpMk id="8" creationId="{DCD67800-37AC-4E14-89B0-F79DCB3FB86D}"/>
          </ac:cxnSpMkLst>
        </pc:cxnChg>
        <pc:cxnChg chg="add del">
          <ac:chgData name="Michiel Tognini" userId="be4e7c363be8a751" providerId="LiveId" clId="{0B0317F8-8DEC-4C11-83CD-F7FB3D4319C2}" dt="2022-03-02T16:39:01.617" v="5262" actId="26606"/>
          <ac:cxnSpMkLst>
            <pc:docMk/>
            <pc:sldMk cId="3818402418" sldId="278"/>
            <ac:cxnSpMk id="9" creationId="{20F1788F-A5AE-4188-8274-F7F2E3833ECD}"/>
          </ac:cxnSpMkLst>
        </pc:cxnChg>
      </pc:sldChg>
      <pc:sldChg chg="addSp delSp modSp new mod setBg">
        <pc:chgData name="Michiel Tognini" userId="be4e7c363be8a751" providerId="LiveId" clId="{0B0317F8-8DEC-4C11-83CD-F7FB3D4319C2}" dt="2022-03-02T16:56:37.992" v="5317" actId="26606"/>
        <pc:sldMkLst>
          <pc:docMk/>
          <pc:sldMk cId="694514871" sldId="279"/>
        </pc:sldMkLst>
        <pc:spChg chg="del">
          <ac:chgData name="Michiel Tognini" userId="be4e7c363be8a751" providerId="LiveId" clId="{0B0317F8-8DEC-4C11-83CD-F7FB3D4319C2}" dt="2022-03-02T16:56:29.719" v="5314" actId="478"/>
          <ac:spMkLst>
            <pc:docMk/>
            <pc:sldMk cId="694514871" sldId="279"/>
            <ac:spMk id="2" creationId="{C1B9EA3D-598B-48E1-920E-FB871457BBFC}"/>
          </ac:spMkLst>
        </pc:spChg>
        <pc:spChg chg="del">
          <ac:chgData name="Michiel Tognini" userId="be4e7c363be8a751" providerId="LiveId" clId="{0B0317F8-8DEC-4C11-83CD-F7FB3D4319C2}" dt="2022-03-02T16:56:31.035" v="5315" actId="478"/>
          <ac:spMkLst>
            <pc:docMk/>
            <pc:sldMk cId="694514871" sldId="279"/>
            <ac:spMk id="3" creationId="{0226B954-E96F-49F7-B1EE-F07726C9F419}"/>
          </ac:spMkLst>
        </pc:spChg>
        <pc:spChg chg="add">
          <ac:chgData name="Michiel Tognini" userId="be4e7c363be8a751" providerId="LiveId" clId="{0B0317F8-8DEC-4C11-83CD-F7FB3D4319C2}" dt="2022-03-02T16:56:37.992" v="5317" actId="26606"/>
          <ac:spMkLst>
            <pc:docMk/>
            <pc:sldMk cId="694514871" sldId="279"/>
            <ac:spMk id="9" creationId="{E24F7045-1B8B-4422-9330-0BC8BF6065E3}"/>
          </ac:spMkLst>
        </pc:spChg>
        <pc:spChg chg="add">
          <ac:chgData name="Michiel Tognini" userId="be4e7c363be8a751" providerId="LiveId" clId="{0B0317F8-8DEC-4C11-83CD-F7FB3D4319C2}" dt="2022-03-02T16:56:37.992" v="5317" actId="26606"/>
          <ac:spMkLst>
            <pc:docMk/>
            <pc:sldMk cId="694514871" sldId="279"/>
            <ac:spMk id="11" creationId="{7ED0B3BD-E968-4364-878A-47D3A6AEF099}"/>
          </ac:spMkLst>
        </pc:spChg>
        <pc:spChg chg="add">
          <ac:chgData name="Michiel Tognini" userId="be4e7c363be8a751" providerId="LiveId" clId="{0B0317F8-8DEC-4C11-83CD-F7FB3D4319C2}" dt="2022-03-02T16:56:37.992" v="5317" actId="26606"/>
          <ac:spMkLst>
            <pc:docMk/>
            <pc:sldMk cId="694514871" sldId="279"/>
            <ac:spMk id="13" creationId="{C8E5BCBF-E5D0-444B-A584-4A5FF79F9D7E}"/>
          </ac:spMkLst>
        </pc:spChg>
        <pc:picChg chg="add mod">
          <ac:chgData name="Michiel Tognini" userId="be4e7c363be8a751" providerId="LiveId" clId="{0B0317F8-8DEC-4C11-83CD-F7FB3D4319C2}" dt="2022-03-02T16:56:37.992" v="5317" actId="26606"/>
          <ac:picMkLst>
            <pc:docMk/>
            <pc:sldMk cId="694514871" sldId="279"/>
            <ac:picMk id="4" creationId="{0F32BE8A-250D-4E21-86F3-671355C5D6AC}"/>
          </ac:picMkLst>
        </pc:picChg>
      </pc:sldChg>
      <pc:sldChg chg="addSp delSp modSp new mod setBg">
        <pc:chgData name="Michiel Tognini" userId="be4e7c363be8a751" providerId="LiveId" clId="{0B0317F8-8DEC-4C11-83CD-F7FB3D4319C2}" dt="2022-03-02T16:57:27.264" v="5332" actId="26606"/>
        <pc:sldMkLst>
          <pc:docMk/>
          <pc:sldMk cId="1647570807" sldId="280"/>
        </pc:sldMkLst>
        <pc:spChg chg="del">
          <ac:chgData name="Michiel Tognini" userId="be4e7c363be8a751" providerId="LiveId" clId="{0B0317F8-8DEC-4C11-83CD-F7FB3D4319C2}" dt="2022-03-02T16:56:55.323" v="5319" actId="478"/>
          <ac:spMkLst>
            <pc:docMk/>
            <pc:sldMk cId="1647570807" sldId="280"/>
            <ac:spMk id="2" creationId="{40BE9480-5DB0-4541-8DE3-EA310C301951}"/>
          </ac:spMkLst>
        </pc:spChg>
        <pc:spChg chg="del">
          <ac:chgData name="Michiel Tognini" userId="be4e7c363be8a751" providerId="LiveId" clId="{0B0317F8-8DEC-4C11-83CD-F7FB3D4319C2}" dt="2022-03-02T16:57:12.079" v="5320" actId="478"/>
          <ac:spMkLst>
            <pc:docMk/>
            <pc:sldMk cId="1647570807" sldId="280"/>
            <ac:spMk id="3" creationId="{BE5F6FCD-85DD-4E2D-A924-6DA3EA981F06}"/>
          </ac:spMkLst>
        </pc:spChg>
        <pc:spChg chg="add del">
          <ac:chgData name="Michiel Tognini" userId="be4e7c363be8a751" providerId="LiveId" clId="{0B0317F8-8DEC-4C11-83CD-F7FB3D4319C2}" dt="2022-03-02T16:57:25.500" v="5325" actId="26606"/>
          <ac:spMkLst>
            <pc:docMk/>
            <pc:sldMk cId="1647570807" sldId="280"/>
            <ac:spMk id="10" creationId="{1237BE7E-4891-403E-A451-64911745167F}"/>
          </ac:spMkLst>
        </pc:spChg>
        <pc:spChg chg="add del">
          <ac:chgData name="Michiel Tognini" userId="be4e7c363be8a751" providerId="LiveId" clId="{0B0317F8-8DEC-4C11-83CD-F7FB3D4319C2}" dt="2022-03-02T16:57:25.500" v="5325" actId="26606"/>
          <ac:spMkLst>
            <pc:docMk/>
            <pc:sldMk cId="1647570807" sldId="280"/>
            <ac:spMk id="12" creationId="{DB960A63-C68D-4FD1-AD9F-B6B98B320E0A}"/>
          </ac:spMkLst>
        </pc:spChg>
        <pc:spChg chg="add del">
          <ac:chgData name="Michiel Tognini" userId="be4e7c363be8a751" providerId="LiveId" clId="{0B0317F8-8DEC-4C11-83CD-F7FB3D4319C2}" dt="2022-03-02T16:57:25.500" v="5325" actId="26606"/>
          <ac:spMkLst>
            <pc:docMk/>
            <pc:sldMk cId="1647570807" sldId="280"/>
            <ac:spMk id="14" creationId="{2D896C4B-00AB-4C6E-AFB0-68503E8A34F2}"/>
          </ac:spMkLst>
        </pc:spChg>
        <pc:spChg chg="add del">
          <ac:chgData name="Michiel Tognini" userId="be4e7c363be8a751" providerId="LiveId" clId="{0B0317F8-8DEC-4C11-83CD-F7FB3D4319C2}" dt="2022-03-02T16:57:25.500" v="5325" actId="26606"/>
          <ac:spMkLst>
            <pc:docMk/>
            <pc:sldMk cId="1647570807" sldId="280"/>
            <ac:spMk id="16" creationId="{BAC8AB2A-3FC8-48A0-82D5-6CC49C3612B4}"/>
          </ac:spMkLst>
        </pc:spChg>
        <pc:spChg chg="add del">
          <ac:chgData name="Michiel Tognini" userId="be4e7c363be8a751" providerId="LiveId" clId="{0B0317F8-8DEC-4C11-83CD-F7FB3D4319C2}" dt="2022-03-02T16:57:25.500" v="5325" actId="26606"/>
          <ac:spMkLst>
            <pc:docMk/>
            <pc:sldMk cId="1647570807" sldId="280"/>
            <ac:spMk id="18" creationId="{CE484DC2-EDCE-4AB0-9BEB-D57C33411302}"/>
          </ac:spMkLst>
        </pc:spChg>
        <pc:spChg chg="add del">
          <ac:chgData name="Michiel Tognini" userId="be4e7c363be8a751" providerId="LiveId" clId="{0B0317F8-8DEC-4C11-83CD-F7FB3D4319C2}" dt="2022-03-02T16:57:26.275" v="5327" actId="26606"/>
          <ac:spMkLst>
            <pc:docMk/>
            <pc:sldMk cId="1647570807" sldId="280"/>
            <ac:spMk id="20" creationId="{00DACFED-DFD9-4C03-9E95-FF6D8E639645}"/>
          </ac:spMkLst>
        </pc:spChg>
        <pc:spChg chg="add del">
          <ac:chgData name="Michiel Tognini" userId="be4e7c363be8a751" providerId="LiveId" clId="{0B0317F8-8DEC-4C11-83CD-F7FB3D4319C2}" dt="2022-03-02T16:57:26.275" v="5327" actId="26606"/>
          <ac:spMkLst>
            <pc:docMk/>
            <pc:sldMk cId="1647570807" sldId="280"/>
            <ac:spMk id="21" creationId="{62CA5141-8120-4ADA-BCF1-3A4449FE616C}"/>
          </ac:spMkLst>
        </pc:spChg>
        <pc:spChg chg="add del">
          <ac:chgData name="Michiel Tognini" userId="be4e7c363be8a751" providerId="LiveId" clId="{0B0317F8-8DEC-4C11-83CD-F7FB3D4319C2}" dt="2022-03-02T16:57:26.736" v="5329" actId="26606"/>
          <ac:spMkLst>
            <pc:docMk/>
            <pc:sldMk cId="1647570807" sldId="280"/>
            <ac:spMk id="23" creationId="{1237BE7E-4891-403E-A451-64911745167F}"/>
          </ac:spMkLst>
        </pc:spChg>
        <pc:spChg chg="add del">
          <ac:chgData name="Michiel Tognini" userId="be4e7c363be8a751" providerId="LiveId" clId="{0B0317F8-8DEC-4C11-83CD-F7FB3D4319C2}" dt="2022-03-02T16:57:26.736" v="5329" actId="26606"/>
          <ac:spMkLst>
            <pc:docMk/>
            <pc:sldMk cId="1647570807" sldId="280"/>
            <ac:spMk id="24" creationId="{DB960A63-C68D-4FD1-AD9F-B6B98B320E0A}"/>
          </ac:spMkLst>
        </pc:spChg>
        <pc:spChg chg="add del">
          <ac:chgData name="Michiel Tognini" userId="be4e7c363be8a751" providerId="LiveId" clId="{0B0317F8-8DEC-4C11-83CD-F7FB3D4319C2}" dt="2022-03-02T16:57:26.736" v="5329" actId="26606"/>
          <ac:spMkLst>
            <pc:docMk/>
            <pc:sldMk cId="1647570807" sldId="280"/>
            <ac:spMk id="25" creationId="{2D896C4B-00AB-4C6E-AFB0-68503E8A34F2}"/>
          </ac:spMkLst>
        </pc:spChg>
        <pc:spChg chg="add del">
          <ac:chgData name="Michiel Tognini" userId="be4e7c363be8a751" providerId="LiveId" clId="{0B0317F8-8DEC-4C11-83CD-F7FB3D4319C2}" dt="2022-03-02T16:57:26.736" v="5329" actId="26606"/>
          <ac:spMkLst>
            <pc:docMk/>
            <pc:sldMk cId="1647570807" sldId="280"/>
            <ac:spMk id="26" creationId="{BAC8AB2A-3FC8-48A0-82D5-6CC49C3612B4}"/>
          </ac:spMkLst>
        </pc:spChg>
        <pc:spChg chg="add del">
          <ac:chgData name="Michiel Tognini" userId="be4e7c363be8a751" providerId="LiveId" clId="{0B0317F8-8DEC-4C11-83CD-F7FB3D4319C2}" dt="2022-03-02T16:57:26.736" v="5329" actId="26606"/>
          <ac:spMkLst>
            <pc:docMk/>
            <pc:sldMk cId="1647570807" sldId="280"/>
            <ac:spMk id="27" creationId="{CE484DC2-EDCE-4AB0-9BEB-D57C33411302}"/>
          </ac:spMkLst>
        </pc:spChg>
        <pc:spChg chg="add del">
          <ac:chgData name="Michiel Tognini" userId="be4e7c363be8a751" providerId="LiveId" clId="{0B0317F8-8DEC-4C11-83CD-F7FB3D4319C2}" dt="2022-03-02T16:57:27.228" v="5331" actId="26606"/>
          <ac:spMkLst>
            <pc:docMk/>
            <pc:sldMk cId="1647570807" sldId="280"/>
            <ac:spMk id="29" creationId="{093797CA-51AE-4245-A8B2-F5D0180522BC}"/>
          </ac:spMkLst>
        </pc:spChg>
        <pc:spChg chg="add del">
          <ac:chgData name="Michiel Tognini" userId="be4e7c363be8a751" providerId="LiveId" clId="{0B0317F8-8DEC-4C11-83CD-F7FB3D4319C2}" dt="2022-03-02T16:57:27.228" v="5331" actId="26606"/>
          <ac:spMkLst>
            <pc:docMk/>
            <pc:sldMk cId="1647570807" sldId="280"/>
            <ac:spMk id="30" creationId="{45D13CF6-CAE0-4A88-A734-2A3DBFE89D69}"/>
          </ac:spMkLst>
        </pc:spChg>
        <pc:spChg chg="add">
          <ac:chgData name="Michiel Tognini" userId="be4e7c363be8a751" providerId="LiveId" clId="{0B0317F8-8DEC-4C11-83CD-F7FB3D4319C2}" dt="2022-03-02T16:57:27.264" v="5332" actId="26606"/>
          <ac:spMkLst>
            <pc:docMk/>
            <pc:sldMk cId="1647570807" sldId="280"/>
            <ac:spMk id="32" creationId="{1237BE7E-4891-403E-A451-64911745167F}"/>
          </ac:spMkLst>
        </pc:spChg>
        <pc:spChg chg="add">
          <ac:chgData name="Michiel Tognini" userId="be4e7c363be8a751" providerId="LiveId" clId="{0B0317F8-8DEC-4C11-83CD-F7FB3D4319C2}" dt="2022-03-02T16:57:27.264" v="5332" actId="26606"/>
          <ac:spMkLst>
            <pc:docMk/>
            <pc:sldMk cId="1647570807" sldId="280"/>
            <ac:spMk id="33" creationId="{DB960A63-C68D-4FD1-AD9F-B6B98B320E0A}"/>
          </ac:spMkLst>
        </pc:spChg>
        <pc:spChg chg="add">
          <ac:chgData name="Michiel Tognini" userId="be4e7c363be8a751" providerId="LiveId" clId="{0B0317F8-8DEC-4C11-83CD-F7FB3D4319C2}" dt="2022-03-02T16:57:27.264" v="5332" actId="26606"/>
          <ac:spMkLst>
            <pc:docMk/>
            <pc:sldMk cId="1647570807" sldId="280"/>
            <ac:spMk id="34" creationId="{2D896C4B-00AB-4C6E-AFB0-68503E8A34F2}"/>
          </ac:spMkLst>
        </pc:spChg>
        <pc:spChg chg="add">
          <ac:chgData name="Michiel Tognini" userId="be4e7c363be8a751" providerId="LiveId" clId="{0B0317F8-8DEC-4C11-83CD-F7FB3D4319C2}" dt="2022-03-02T16:57:27.264" v="5332" actId="26606"/>
          <ac:spMkLst>
            <pc:docMk/>
            <pc:sldMk cId="1647570807" sldId="280"/>
            <ac:spMk id="35" creationId="{BAC8AB2A-3FC8-48A0-82D5-6CC49C3612B4}"/>
          </ac:spMkLst>
        </pc:spChg>
        <pc:spChg chg="add">
          <ac:chgData name="Michiel Tognini" userId="be4e7c363be8a751" providerId="LiveId" clId="{0B0317F8-8DEC-4C11-83CD-F7FB3D4319C2}" dt="2022-03-02T16:57:27.264" v="5332" actId="26606"/>
          <ac:spMkLst>
            <pc:docMk/>
            <pc:sldMk cId="1647570807" sldId="280"/>
            <ac:spMk id="36" creationId="{CE484DC2-EDCE-4AB0-9BEB-D57C33411302}"/>
          </ac:spMkLst>
        </pc:spChg>
        <pc:picChg chg="add mod">
          <ac:chgData name="Michiel Tognini" userId="be4e7c363be8a751" providerId="LiveId" clId="{0B0317F8-8DEC-4C11-83CD-F7FB3D4319C2}" dt="2022-03-02T16:57:27.264" v="5332" actId="26606"/>
          <ac:picMkLst>
            <pc:docMk/>
            <pc:sldMk cId="1647570807" sldId="280"/>
            <ac:picMk id="4" creationId="{AC81C2CB-67CB-47F5-A36F-84BDAC6CC12F}"/>
          </ac:picMkLst>
        </pc:picChg>
        <pc:picChg chg="add mod">
          <ac:chgData name="Michiel Tognini" userId="be4e7c363be8a751" providerId="LiveId" clId="{0B0317F8-8DEC-4C11-83CD-F7FB3D4319C2}" dt="2022-03-02T16:57:27.264" v="5332" actId="26606"/>
          <ac:picMkLst>
            <pc:docMk/>
            <pc:sldMk cId="1647570807" sldId="280"/>
            <ac:picMk id="5" creationId="{4086EA20-4E82-4553-AFFB-90E8A67B1559}"/>
          </ac:picMkLst>
        </pc:picChg>
      </pc:sldChg>
      <pc:sldChg chg="addSp delSp modSp new mod">
        <pc:chgData name="Michiel Tognini" userId="be4e7c363be8a751" providerId="LiveId" clId="{0B0317F8-8DEC-4C11-83CD-F7FB3D4319C2}" dt="2022-03-02T17:02:14.416" v="5406" actId="1076"/>
        <pc:sldMkLst>
          <pc:docMk/>
          <pc:sldMk cId="245386022" sldId="281"/>
        </pc:sldMkLst>
        <pc:spChg chg="mod">
          <ac:chgData name="Michiel Tognini" userId="be4e7c363be8a751" providerId="LiveId" clId="{0B0317F8-8DEC-4C11-83CD-F7FB3D4319C2}" dt="2022-03-02T17:00:22.243" v="5395" actId="20577"/>
          <ac:spMkLst>
            <pc:docMk/>
            <pc:sldMk cId="245386022" sldId="281"/>
            <ac:spMk id="2" creationId="{C5C1B21D-AA42-4DEE-A878-07F6D0D82178}"/>
          </ac:spMkLst>
        </pc:spChg>
        <pc:spChg chg="del">
          <ac:chgData name="Michiel Tognini" userId="be4e7c363be8a751" providerId="LiveId" clId="{0B0317F8-8DEC-4C11-83CD-F7FB3D4319C2}" dt="2022-03-02T17:01:03.599" v="5396" actId="478"/>
          <ac:spMkLst>
            <pc:docMk/>
            <pc:sldMk cId="245386022" sldId="281"/>
            <ac:spMk id="3" creationId="{2D6A00FD-51C2-41A8-8982-EDA8CA469454}"/>
          </ac:spMkLst>
        </pc:spChg>
        <pc:graphicFrameChg chg="add mod modGraphic">
          <ac:chgData name="Michiel Tognini" userId="be4e7c363be8a751" providerId="LiveId" clId="{0B0317F8-8DEC-4C11-83CD-F7FB3D4319C2}" dt="2022-03-02T17:02:14.416" v="5406" actId="1076"/>
          <ac:graphicFrameMkLst>
            <pc:docMk/>
            <pc:sldMk cId="245386022" sldId="281"/>
            <ac:graphicFrameMk id="4" creationId="{E58269A2-A4E3-423E-8129-0B2F63A44041}"/>
          </ac:graphicFrameMkLst>
        </pc:graphicFrameChg>
        <pc:graphicFrameChg chg="add mod modGraphic">
          <ac:chgData name="Michiel Tognini" userId="be4e7c363be8a751" providerId="LiveId" clId="{0B0317F8-8DEC-4C11-83CD-F7FB3D4319C2}" dt="2022-03-02T17:02:08.372" v="5405" actId="1076"/>
          <ac:graphicFrameMkLst>
            <pc:docMk/>
            <pc:sldMk cId="245386022" sldId="281"/>
            <ac:graphicFrameMk id="5" creationId="{4CD541CC-805D-49E1-87C1-6AAEA0340C4B}"/>
          </ac:graphicFrameMkLst>
        </pc:graphicFrameChg>
      </pc:sldChg>
      <pc:sldChg chg="addSp delSp modSp new mod setBg">
        <pc:chgData name="Michiel Tognini" userId="be4e7c363be8a751" providerId="LiveId" clId="{0B0317F8-8DEC-4C11-83CD-F7FB3D4319C2}" dt="2022-03-02T17:02:47.883" v="5417" actId="26606"/>
        <pc:sldMkLst>
          <pc:docMk/>
          <pc:sldMk cId="421706964" sldId="282"/>
        </pc:sldMkLst>
        <pc:spChg chg="del">
          <ac:chgData name="Michiel Tognini" userId="be4e7c363be8a751" providerId="LiveId" clId="{0B0317F8-8DEC-4C11-83CD-F7FB3D4319C2}" dt="2022-03-02T17:02:27.427" v="5408" actId="478"/>
          <ac:spMkLst>
            <pc:docMk/>
            <pc:sldMk cId="421706964" sldId="282"/>
            <ac:spMk id="2" creationId="{5AAE4B0B-DECE-491E-ABCB-F7FD22F4E6BF}"/>
          </ac:spMkLst>
        </pc:spChg>
        <pc:spChg chg="del">
          <ac:chgData name="Michiel Tognini" userId="be4e7c363be8a751" providerId="LiveId" clId="{0B0317F8-8DEC-4C11-83CD-F7FB3D4319C2}" dt="2022-03-02T17:02:30.382" v="5409" actId="478"/>
          <ac:spMkLst>
            <pc:docMk/>
            <pc:sldMk cId="421706964" sldId="282"/>
            <ac:spMk id="3" creationId="{ACC2DF89-7A22-4D8E-AC52-3A3AED75044C}"/>
          </ac:spMkLst>
        </pc:spChg>
        <pc:spChg chg="add del">
          <ac:chgData name="Michiel Tognini" userId="be4e7c363be8a751" providerId="LiveId" clId="{0B0317F8-8DEC-4C11-83CD-F7FB3D4319C2}" dt="2022-03-02T17:02:46.819" v="5414" actId="26606"/>
          <ac:spMkLst>
            <pc:docMk/>
            <pc:sldMk cId="421706964" sldId="282"/>
            <ac:spMk id="10" creationId="{F9CF7650-7342-48D6-999E-174C77B5F52E}"/>
          </ac:spMkLst>
        </pc:spChg>
        <pc:spChg chg="add del">
          <ac:chgData name="Michiel Tognini" userId="be4e7c363be8a751" providerId="LiveId" clId="{0B0317F8-8DEC-4C11-83CD-F7FB3D4319C2}" dt="2022-03-02T17:02:46.819" v="5414" actId="26606"/>
          <ac:spMkLst>
            <pc:docMk/>
            <pc:sldMk cId="421706964" sldId="282"/>
            <ac:spMk id="12" creationId="{EB2D286E-2458-46AD-B49E-911912F70897}"/>
          </ac:spMkLst>
        </pc:spChg>
        <pc:spChg chg="add del">
          <ac:chgData name="Michiel Tognini" userId="be4e7c363be8a751" providerId="LiveId" clId="{0B0317F8-8DEC-4C11-83CD-F7FB3D4319C2}" dt="2022-03-02T17:02:47.843" v="5416" actId="26606"/>
          <ac:spMkLst>
            <pc:docMk/>
            <pc:sldMk cId="421706964" sldId="282"/>
            <ac:spMk id="14" creationId="{1149F43D-E43A-49B5-B781-48DF10A581BD}"/>
          </ac:spMkLst>
        </pc:spChg>
        <pc:spChg chg="add">
          <ac:chgData name="Michiel Tognini" userId="be4e7c363be8a751" providerId="LiveId" clId="{0B0317F8-8DEC-4C11-83CD-F7FB3D4319C2}" dt="2022-03-02T17:02:47.883" v="5417" actId="26606"/>
          <ac:spMkLst>
            <pc:docMk/>
            <pc:sldMk cId="421706964" sldId="282"/>
            <ac:spMk id="16" creationId="{E24F7045-1B8B-4422-9330-0BC8BF6065E3}"/>
          </ac:spMkLst>
        </pc:spChg>
        <pc:spChg chg="add">
          <ac:chgData name="Michiel Tognini" userId="be4e7c363be8a751" providerId="LiveId" clId="{0B0317F8-8DEC-4C11-83CD-F7FB3D4319C2}" dt="2022-03-02T17:02:47.883" v="5417" actId="26606"/>
          <ac:spMkLst>
            <pc:docMk/>
            <pc:sldMk cId="421706964" sldId="282"/>
            <ac:spMk id="17" creationId="{7ED0B3BD-E968-4364-878A-47D3A6AEF099}"/>
          </ac:spMkLst>
        </pc:spChg>
        <pc:spChg chg="add">
          <ac:chgData name="Michiel Tognini" userId="be4e7c363be8a751" providerId="LiveId" clId="{0B0317F8-8DEC-4C11-83CD-F7FB3D4319C2}" dt="2022-03-02T17:02:47.883" v="5417" actId="26606"/>
          <ac:spMkLst>
            <pc:docMk/>
            <pc:sldMk cId="421706964" sldId="282"/>
            <ac:spMk id="18" creationId="{C8E5BCBF-E5D0-444B-A584-4A5FF79F9D7E}"/>
          </ac:spMkLst>
        </pc:spChg>
        <pc:graphicFrameChg chg="add mod">
          <ac:chgData name="Michiel Tognini" userId="be4e7c363be8a751" providerId="LiveId" clId="{0B0317F8-8DEC-4C11-83CD-F7FB3D4319C2}" dt="2022-03-02T17:02:36.893" v="5411"/>
          <ac:graphicFrameMkLst>
            <pc:docMk/>
            <pc:sldMk cId="421706964" sldId="282"/>
            <ac:graphicFrameMk id="4" creationId="{CF4185CD-8360-496C-8B5A-7E26E31B5066}"/>
          </ac:graphicFrameMkLst>
        </pc:graphicFrameChg>
        <pc:graphicFrameChg chg="add mod">
          <ac:chgData name="Michiel Tognini" userId="be4e7c363be8a751" providerId="LiveId" clId="{0B0317F8-8DEC-4C11-83CD-F7FB3D4319C2}" dt="2022-03-02T17:02:47.883" v="5417" actId="26606"/>
          <ac:graphicFrameMkLst>
            <pc:docMk/>
            <pc:sldMk cId="421706964" sldId="282"/>
            <ac:graphicFrameMk id="5" creationId="{CF4185CD-8360-496C-8B5A-7E26E31B5066}"/>
          </ac:graphicFrameMkLst>
        </pc:graphicFrameChg>
      </pc:sldChg>
      <pc:sldChg chg="modSp new mod">
        <pc:chgData name="Michiel Tognini" userId="be4e7c363be8a751" providerId="LiveId" clId="{0B0317F8-8DEC-4C11-83CD-F7FB3D4319C2}" dt="2022-03-02T17:33:08.622" v="6058" actId="20577"/>
        <pc:sldMkLst>
          <pc:docMk/>
          <pc:sldMk cId="1792259899" sldId="283"/>
        </pc:sldMkLst>
        <pc:spChg chg="mod">
          <ac:chgData name="Michiel Tognini" userId="be4e7c363be8a751" providerId="LiveId" clId="{0B0317F8-8DEC-4C11-83CD-F7FB3D4319C2}" dt="2022-03-02T17:33:08.622" v="6058" actId="20577"/>
          <ac:spMkLst>
            <pc:docMk/>
            <pc:sldMk cId="1792259899" sldId="283"/>
            <ac:spMk id="2" creationId="{661B3ACA-1234-4E3A-A9F1-C3A26419CC7F}"/>
          </ac:spMkLst>
        </pc:spChg>
        <pc:spChg chg="mod">
          <ac:chgData name="Michiel Tognini" userId="be4e7c363be8a751" providerId="LiveId" clId="{0B0317F8-8DEC-4C11-83CD-F7FB3D4319C2}" dt="2022-03-02T17:27:52.902" v="5968" actId="404"/>
          <ac:spMkLst>
            <pc:docMk/>
            <pc:sldMk cId="1792259899" sldId="283"/>
            <ac:spMk id="3" creationId="{C75927A2-B12A-4997-9B60-63544658CE09}"/>
          </ac:spMkLst>
        </pc:spChg>
      </pc:sldChg>
      <pc:sldChg chg="addSp modSp new mod setBg">
        <pc:chgData name="Michiel Tognini" userId="be4e7c363be8a751" providerId="LiveId" clId="{0B0317F8-8DEC-4C11-83CD-F7FB3D4319C2}" dt="2022-03-02T17:37:43.006" v="6324" actId="20577"/>
        <pc:sldMkLst>
          <pc:docMk/>
          <pc:sldMk cId="3763559365" sldId="284"/>
        </pc:sldMkLst>
        <pc:spChg chg="mod">
          <ac:chgData name="Michiel Tognini" userId="be4e7c363be8a751" providerId="LiveId" clId="{0B0317F8-8DEC-4C11-83CD-F7FB3D4319C2}" dt="2022-03-02T17:36:44.087" v="6312" actId="26606"/>
          <ac:spMkLst>
            <pc:docMk/>
            <pc:sldMk cId="3763559365" sldId="284"/>
            <ac:spMk id="2" creationId="{BA53F11D-4712-4EF3-A05D-A1D4899E4EC2}"/>
          </ac:spMkLst>
        </pc:spChg>
        <pc:spChg chg="mod">
          <ac:chgData name="Michiel Tognini" userId="be4e7c363be8a751" providerId="LiveId" clId="{0B0317F8-8DEC-4C11-83CD-F7FB3D4319C2}" dt="2022-03-02T17:37:43.006" v="6324" actId="20577"/>
          <ac:spMkLst>
            <pc:docMk/>
            <pc:sldMk cId="3763559365" sldId="284"/>
            <ac:spMk id="3" creationId="{C98F4DFD-316B-49E2-855A-632F4FEE02C1}"/>
          </ac:spMkLst>
        </pc:spChg>
        <pc:spChg chg="add">
          <ac:chgData name="Michiel Tognini" userId="be4e7c363be8a751" providerId="LiveId" clId="{0B0317F8-8DEC-4C11-83CD-F7FB3D4319C2}" dt="2022-03-02T17:36:44.087" v="6312" actId="26606"/>
          <ac:spMkLst>
            <pc:docMk/>
            <pc:sldMk cId="3763559365" sldId="284"/>
            <ac:spMk id="8" creationId="{9A6C2C86-63BF-47D5-AA3F-905111A238E2}"/>
          </ac:spMkLst>
        </pc:spChg>
        <pc:cxnChg chg="add">
          <ac:chgData name="Michiel Tognini" userId="be4e7c363be8a751" providerId="LiveId" clId="{0B0317F8-8DEC-4C11-83CD-F7FB3D4319C2}" dt="2022-03-02T17:36:44.087" v="6312" actId="26606"/>
          <ac:cxnSpMkLst>
            <pc:docMk/>
            <pc:sldMk cId="3763559365" sldId="284"/>
            <ac:cxnSpMk id="10" creationId="{425A0768-3044-4AA9-A889-D2CAA68C517A}"/>
          </ac:cxnSpMkLst>
        </pc:cxnChg>
      </pc:sldChg>
      <pc:sldChg chg="modSp new mod">
        <pc:chgData name="Michiel Tognini" userId="be4e7c363be8a751" providerId="LiveId" clId="{0B0317F8-8DEC-4C11-83CD-F7FB3D4319C2}" dt="2022-03-02T17:45:40.527" v="6412" actId="27636"/>
        <pc:sldMkLst>
          <pc:docMk/>
          <pc:sldMk cId="1018346215" sldId="285"/>
        </pc:sldMkLst>
        <pc:spChg chg="mod">
          <ac:chgData name="Michiel Tognini" userId="be4e7c363be8a751" providerId="LiveId" clId="{0B0317F8-8DEC-4C11-83CD-F7FB3D4319C2}" dt="2022-03-02T17:38:05.978" v="6336" actId="20577"/>
          <ac:spMkLst>
            <pc:docMk/>
            <pc:sldMk cId="1018346215" sldId="285"/>
            <ac:spMk id="2" creationId="{24B6EA5B-7524-4A23-A1F3-073691DB1146}"/>
          </ac:spMkLst>
        </pc:spChg>
        <pc:spChg chg="mod">
          <ac:chgData name="Michiel Tognini" userId="be4e7c363be8a751" providerId="LiveId" clId="{0B0317F8-8DEC-4C11-83CD-F7FB3D4319C2}" dt="2022-03-02T17:45:40.527" v="6412" actId="27636"/>
          <ac:spMkLst>
            <pc:docMk/>
            <pc:sldMk cId="1018346215" sldId="285"/>
            <ac:spMk id="3" creationId="{71ED2762-B8FE-4CF1-A67B-AC58451454D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e4e7c363be8a751/SCM/Master's%20thesis/officiele%20documenten/model%20in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e4e7c363be8a751/SCM/Master's%20thesis/officiele%20documenten/model%20in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Required hydrogen buffer sizes [kg] for the maximum</a:t>
            </a:r>
            <a:r>
              <a:rPr lang="en-US" baseline="0"/>
              <a:t> export scenario group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'[model in excel.xlsx]nieuwste graphs'!$M$29</c:f>
              <c:strCache>
                <c:ptCount val="1"/>
                <c:pt idx="0">
                  <c:v>0% injection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'[model in excel.xlsx]nieuwste graphs'!$L$30:$L$32</c:f>
              <c:strCache>
                <c:ptCount val="3"/>
                <c:pt idx="0">
                  <c:v>Base case</c:v>
                </c:pt>
                <c:pt idx="1">
                  <c:v>+250 kWh max export</c:v>
                </c:pt>
                <c:pt idx="2">
                  <c:v>+500 kWh max export</c:v>
                </c:pt>
              </c:strCache>
            </c:strRef>
          </c:cat>
          <c:val>
            <c:numRef>
              <c:f>'[model in excel.xlsx]nieuwste graphs'!$M$30:$M$32</c:f>
              <c:numCache>
                <c:formatCode>#,##0</c:formatCode>
                <c:ptCount val="3"/>
                <c:pt idx="0">
                  <c:v>1395</c:v>
                </c:pt>
                <c:pt idx="1">
                  <c:v>1228</c:v>
                </c:pt>
                <c:pt idx="2">
                  <c:v>1062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83-4803-B7CD-C93CC9C6FAAC}"/>
            </c:ext>
          </c:extLst>
        </c:ser>
        <c:ser>
          <c:idx val="1"/>
          <c:order val="1"/>
          <c:tx>
            <c:strRef>
              <c:f>'[model in excel.xlsx]nieuwste graphs'!$N$29</c:f>
              <c:strCache>
                <c:ptCount val="1"/>
                <c:pt idx="0">
                  <c:v>3% injection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'[model in excel.xlsx]nieuwste graphs'!$L$30:$L$32</c:f>
              <c:strCache>
                <c:ptCount val="3"/>
                <c:pt idx="0">
                  <c:v>Base case</c:v>
                </c:pt>
                <c:pt idx="1">
                  <c:v>+250 kWh max export</c:v>
                </c:pt>
                <c:pt idx="2">
                  <c:v>+500 kWh max export</c:v>
                </c:pt>
              </c:strCache>
            </c:strRef>
          </c:cat>
          <c:val>
            <c:numRef>
              <c:f>'[model in excel.xlsx]nieuwste graphs'!$N$30:$N$32</c:f>
              <c:numCache>
                <c:formatCode>General</c:formatCode>
                <c:ptCount val="3"/>
                <c:pt idx="0" formatCode="#,##0">
                  <c:v>1149</c:v>
                </c:pt>
                <c:pt idx="1">
                  <c:v>983</c:v>
                </c:pt>
                <c:pt idx="2">
                  <c:v>817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83-4803-B7CD-C93CC9C6FAAC}"/>
            </c:ext>
          </c:extLst>
        </c:ser>
        <c:ser>
          <c:idx val="2"/>
          <c:order val="2"/>
          <c:tx>
            <c:strRef>
              <c:f>'[model in excel.xlsx]nieuwste graphs'!$O$29</c:f>
              <c:strCache>
                <c:ptCount val="1"/>
                <c:pt idx="0">
                  <c:v>10% injection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'[model in excel.xlsx]nieuwste graphs'!$L$30:$L$32</c:f>
              <c:strCache>
                <c:ptCount val="3"/>
                <c:pt idx="0">
                  <c:v>Base case</c:v>
                </c:pt>
                <c:pt idx="1">
                  <c:v>+250 kWh max export</c:v>
                </c:pt>
                <c:pt idx="2">
                  <c:v>+500 kWh max export</c:v>
                </c:pt>
              </c:strCache>
            </c:strRef>
          </c:cat>
          <c:val>
            <c:numRef>
              <c:f>'[model in excel.xlsx]nieuwste graphs'!$O$30:$O$32</c:f>
              <c:numCache>
                <c:formatCode>General</c:formatCode>
                <c:ptCount val="3"/>
                <c:pt idx="0">
                  <c:v>660</c:v>
                </c:pt>
                <c:pt idx="1">
                  <c:v>598</c:v>
                </c:pt>
                <c:pt idx="2">
                  <c:v>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83-4803-B7CD-C93CC9C6FAAC}"/>
            </c:ext>
          </c:extLst>
        </c:ser>
        <c:ser>
          <c:idx val="3"/>
          <c:order val="3"/>
          <c:tx>
            <c:strRef>
              <c:f>'[model in excel.xlsx]nieuwste graphs'!$P$29</c:f>
              <c:strCache>
                <c:ptCount val="1"/>
                <c:pt idx="0">
                  <c:v>20% injection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'[model in excel.xlsx]nieuwste graphs'!$L$30:$L$32</c:f>
              <c:strCache>
                <c:ptCount val="3"/>
                <c:pt idx="0">
                  <c:v>Base case</c:v>
                </c:pt>
                <c:pt idx="1">
                  <c:v>+250 kWh max export</c:v>
                </c:pt>
                <c:pt idx="2">
                  <c:v>+500 kWh max export</c:v>
                </c:pt>
              </c:strCache>
            </c:strRef>
          </c:cat>
          <c:val>
            <c:numRef>
              <c:f>'[model in excel.xlsx]nieuwste graphs'!$P$30:$P$32</c:f>
              <c:numCache>
                <c:formatCode>General</c:formatCode>
                <c:ptCount val="3"/>
                <c:pt idx="0">
                  <c:v>503</c:v>
                </c:pt>
                <c:pt idx="1">
                  <c:v>468</c:v>
                </c:pt>
                <c:pt idx="2">
                  <c:v>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83-4803-B7CD-C93CC9C6FA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66698687"/>
        <c:axId val="1466699103"/>
      </c:barChart>
      <c:catAx>
        <c:axId val="1466698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699103"/>
        <c:crosses val="autoZero"/>
        <c:auto val="1"/>
        <c:lblAlgn val="ctr"/>
        <c:lblOffset val="100"/>
        <c:noMultiLvlLbl val="0"/>
      </c:catAx>
      <c:valAx>
        <c:axId val="146669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6698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aseline="0"/>
              <a:t>Total volume injected [kg] for the different injection scenarios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'[model in excel.xlsx]graphs'!$AJ$34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'[model in excel.xlsx]graphs'!$AI$36:$AI$38</c:f>
              <c:strCache>
                <c:ptCount val="3"/>
                <c:pt idx="0">
                  <c:v>3% max injection</c:v>
                </c:pt>
                <c:pt idx="1">
                  <c:v>10% max injection</c:v>
                </c:pt>
                <c:pt idx="2">
                  <c:v>20% max injection</c:v>
                </c:pt>
              </c:strCache>
            </c:strRef>
          </c:cat>
          <c:val>
            <c:numRef>
              <c:f>'[model in excel.xlsx]graphs'!$AJ$36:$AJ$38</c:f>
              <c:numCache>
                <c:formatCode>#,##0</c:formatCode>
                <c:ptCount val="3"/>
                <c:pt idx="0">
                  <c:v>13180</c:v>
                </c:pt>
                <c:pt idx="1">
                  <c:v>27506</c:v>
                </c:pt>
                <c:pt idx="2">
                  <c:v>36535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87-4D35-A801-FBCE1FEDB2FC}"/>
            </c:ext>
          </c:extLst>
        </c:ser>
        <c:ser>
          <c:idx val="1"/>
          <c:order val="1"/>
          <c:tx>
            <c:strRef>
              <c:f>'[model in excel.xlsx]graphs'!$AK$34</c:f>
              <c:strCache>
                <c:ptCount val="1"/>
                <c:pt idx="0">
                  <c:v>+250 kWh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15D4-48A8-A0CC-D438C1FF3302}"/>
              </c:ext>
            </c:extLst>
          </c:dPt>
          <c:cat>
            <c:strRef>
              <c:f>'[model in excel.xlsx]graphs'!$AI$36:$AI$38</c:f>
              <c:strCache>
                <c:ptCount val="3"/>
                <c:pt idx="0">
                  <c:v>3% max injection</c:v>
                </c:pt>
                <c:pt idx="1">
                  <c:v>10% max injection</c:v>
                </c:pt>
                <c:pt idx="2">
                  <c:v>20% max injection</c:v>
                </c:pt>
              </c:strCache>
            </c:strRef>
          </c:cat>
          <c:val>
            <c:numRef>
              <c:f>'[model in excel.xlsx]graphs'!$AK$36:$AK$38</c:f>
              <c:numCache>
                <c:formatCode>#,##0</c:formatCode>
                <c:ptCount val="3"/>
                <c:pt idx="0">
                  <c:v>11826</c:v>
                </c:pt>
                <c:pt idx="1">
                  <c:v>23466</c:v>
                </c:pt>
                <c:pt idx="2">
                  <c:v>31032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87-4D35-A801-FBCE1FEDB2FC}"/>
            </c:ext>
          </c:extLst>
        </c:ser>
        <c:ser>
          <c:idx val="2"/>
          <c:order val="2"/>
          <c:tx>
            <c:strRef>
              <c:f>'[model in excel.xlsx]graphs'!$AL$34</c:f>
              <c:strCache>
                <c:ptCount val="1"/>
                <c:pt idx="0">
                  <c:v>+500kWh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'[model in excel.xlsx]graphs'!$AI$36:$AI$38</c:f>
              <c:strCache>
                <c:ptCount val="3"/>
                <c:pt idx="0">
                  <c:v>3% max injection</c:v>
                </c:pt>
                <c:pt idx="1">
                  <c:v>10% max injection</c:v>
                </c:pt>
                <c:pt idx="2">
                  <c:v>20% max injection</c:v>
                </c:pt>
              </c:strCache>
            </c:strRef>
          </c:cat>
          <c:val>
            <c:numRef>
              <c:f>'[model in excel.xlsx]graphs'!$AL$36:$AL$38</c:f>
              <c:numCache>
                <c:formatCode>#,##0</c:formatCode>
                <c:ptCount val="3"/>
                <c:pt idx="0">
                  <c:v>10296</c:v>
                </c:pt>
                <c:pt idx="1">
                  <c:v>19760</c:v>
                </c:pt>
                <c:pt idx="2">
                  <c:v>26081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87-4D35-A801-FBCE1FEDB2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4304239"/>
        <c:axId val="1024310479"/>
      </c:barChart>
      <c:catAx>
        <c:axId val="10243042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310479"/>
        <c:crosses val="autoZero"/>
        <c:auto val="1"/>
        <c:lblAlgn val="ctr"/>
        <c:lblOffset val="100"/>
        <c:noMultiLvlLbl val="0"/>
      </c:catAx>
      <c:valAx>
        <c:axId val="1024310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43042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Relative change in the required hydrogen buffer size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'[model in excel.xlsx]graphs'!$AD$3</c:f>
              <c:strCache>
                <c:ptCount val="1"/>
                <c:pt idx="0">
                  <c:v>Base case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excel.xlsx]graphs'!$AD$4:$AD$7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-0.1663</c:v>
                </c:pt>
                <c:pt idx="2">
                  <c:v>-0.52690000000000003</c:v>
                </c:pt>
                <c:pt idx="3">
                  <c:v>-0.63939999999999997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CD-46A8-A3FC-92B17A868160}"/>
            </c:ext>
          </c:extLst>
        </c:ser>
        <c:ser>
          <c:idx val="1"/>
          <c:order val="1"/>
          <c:tx>
            <c:strRef>
              <c:f>'[model in excel.xlsx]graphs'!$AE$3</c:f>
              <c:strCache>
                <c:ptCount val="1"/>
                <c:pt idx="0">
                  <c:v>8.4 MW wind &amp; 4.2 MW PV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excel.xlsx]graphs'!$AE$4:$AE$7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-0.39379999999999998</c:v>
                </c:pt>
                <c:pt idx="2">
                  <c:v>-0.60680000000000001</c:v>
                </c:pt>
                <c:pt idx="3">
                  <c:v>-0.69769999999999999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CD-46A8-A3FC-92B17A868160}"/>
            </c:ext>
          </c:extLst>
        </c:ser>
        <c:ser>
          <c:idx val="2"/>
          <c:order val="2"/>
          <c:tx>
            <c:strRef>
              <c:f>'[model in excel.xlsx]graphs'!$AF$3</c:f>
              <c:strCache>
                <c:ptCount val="1"/>
                <c:pt idx="0">
                  <c:v>12.6 MW wind &amp; 4.2 MW PV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excel.xlsx]graphs'!$AF$4:$AF$7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-0.28189999999999998</c:v>
                </c:pt>
                <c:pt idx="2">
                  <c:v>-0.59919999999999995</c:v>
                </c:pt>
                <c:pt idx="3">
                  <c:v>-0.81599999999999995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CD-46A8-A3FC-92B17A868160}"/>
            </c:ext>
          </c:extLst>
        </c:ser>
        <c:ser>
          <c:idx val="3"/>
          <c:order val="3"/>
          <c:tx>
            <c:strRef>
              <c:f>'[model in excel.xlsx]graphs'!$AG$3</c:f>
              <c:strCache>
                <c:ptCount val="1"/>
                <c:pt idx="0">
                  <c:v>4.2 MW wind &amp; 8.4 MW PV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excel.xlsx]graphs'!$AG$4:$AG$7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-0.12379999999999999</c:v>
                </c:pt>
                <c:pt idx="2">
                  <c:v>-0.33910000000000001</c:v>
                </c:pt>
                <c:pt idx="3">
                  <c:v>-0.62019999999999997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CD-46A8-A3FC-92B17A868160}"/>
            </c:ext>
          </c:extLst>
        </c:ser>
        <c:ser>
          <c:idx val="4"/>
          <c:order val="4"/>
          <c:tx>
            <c:strRef>
              <c:f>'[model in excel.xlsx]graphs'!$AH$3</c:f>
              <c:strCache>
                <c:ptCount val="1"/>
                <c:pt idx="0">
                  <c:v>4.2 MW wind &amp; 12.6 MW PV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excel.xlsx]graphs'!$AH$4:$AH$7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-7.85E-2</c:v>
                </c:pt>
                <c:pt idx="2">
                  <c:v>-0.25940000000000002</c:v>
                </c:pt>
                <c:pt idx="3">
                  <c:v>-0.4889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CCD-46A8-A3FC-92B17A868160}"/>
            </c:ext>
          </c:extLst>
        </c:ser>
        <c:ser>
          <c:idx val="6"/>
          <c:order val="5"/>
          <c:tx>
            <c:strRef>
              <c:f>'[model in excel.xlsx]graphs'!$AI$3</c:f>
              <c:strCache>
                <c:ptCount val="1"/>
                <c:pt idx="0">
                  <c:v>250 kWh hourly allowed export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excel.xlsx]graphs'!$AI$4:$AI$7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-0.19950000000000001</c:v>
                </c:pt>
                <c:pt idx="2">
                  <c:v>-0.51300000000000001</c:v>
                </c:pt>
                <c:pt idx="3">
                  <c:v>-0.61890000000000001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CCD-46A8-A3FC-92B17A868160}"/>
            </c:ext>
          </c:extLst>
        </c:ser>
        <c:ser>
          <c:idx val="7"/>
          <c:order val="6"/>
          <c:tx>
            <c:strRef>
              <c:f>'[model in excel.xlsx]graphs'!$AJ$3</c:f>
              <c:strCache>
                <c:ptCount val="1"/>
                <c:pt idx="0">
                  <c:v>500 kWh hourly allowed export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excel.xlsx]graphs'!$AJ$4:$AJ$7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-0.23069999999999999</c:v>
                </c:pt>
                <c:pt idx="2">
                  <c:v>-0.49530000000000002</c:v>
                </c:pt>
                <c:pt idx="3">
                  <c:v>-0.59230000000000005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CCD-46A8-A3FC-92B17A868160}"/>
            </c:ext>
          </c:extLst>
        </c:ser>
        <c:ser>
          <c:idx val="8"/>
          <c:order val="7"/>
          <c:tx>
            <c:strRef>
              <c:f>'[model in excel.xlsx]graphs'!$AK$3</c:f>
              <c:strCache>
                <c:ptCount val="1"/>
                <c:pt idx="0">
                  <c:v>No indirect injection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cat>
            <c:strRef>
              <c:f>'[model in excel.xlsx]graphs'!$AC$4:$AC$7</c:f>
              <c:strCache>
                <c:ptCount val="4"/>
                <c:pt idx="0">
                  <c:v>0% Injection</c:v>
                </c:pt>
                <c:pt idx="1">
                  <c:v>3% Injection</c:v>
                </c:pt>
                <c:pt idx="2">
                  <c:v>10% Injection</c:v>
                </c:pt>
                <c:pt idx="3">
                  <c:v>20% Injection</c:v>
                </c:pt>
              </c:strCache>
            </c:strRef>
          </c:cat>
          <c:val>
            <c:numRef>
              <c:f>'[model in excel.xlsx]graphs'!$AK$4:$AK$7</c:f>
              <c:numCache>
                <c:formatCode>0.00%</c:formatCode>
                <c:ptCount val="4"/>
                <c:pt idx="0" formatCode="0%">
                  <c:v>0</c:v>
                </c:pt>
                <c:pt idx="1">
                  <c:v>-0.124</c:v>
                </c:pt>
                <c:pt idx="2">
                  <c:v>-0.40500000000000003</c:v>
                </c:pt>
                <c:pt idx="3">
                  <c:v>-0.62939999999999996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CCD-46A8-A3FC-92B17A8681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20066960"/>
        <c:axId val="1020068208"/>
      </c:lineChart>
      <c:catAx>
        <c:axId val="102006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0068208"/>
        <c:crosses val="autoZero"/>
        <c:auto val="1"/>
        <c:lblAlgn val="ctr"/>
        <c:lblOffset val="100"/>
        <c:noMultiLvlLbl val="0"/>
      </c:catAx>
      <c:valAx>
        <c:axId val="1020068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0066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06D687-DABF-424E-9C7F-0AEBE10DFFD8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20F1B0-29AD-46CD-BB15-90F7DA0D7099}">
      <dgm:prSet/>
      <dgm:spPr/>
      <dgm:t>
        <a:bodyPr/>
        <a:lstStyle/>
        <a:p>
          <a:r>
            <a:rPr lang="en-US"/>
            <a:t>Locatie wind- en zonne-energie niet overeenkomstig met locatie vraag (Kroniger &amp; Madener, 2014)</a:t>
          </a:r>
        </a:p>
      </dgm:t>
    </dgm:pt>
    <dgm:pt modelId="{16122CD9-442B-47AB-8539-4142DAAEA2F4}" type="parTrans" cxnId="{8DFCBB98-9207-44A3-A5E0-8E4B7C860005}">
      <dgm:prSet/>
      <dgm:spPr/>
      <dgm:t>
        <a:bodyPr/>
        <a:lstStyle/>
        <a:p>
          <a:endParaRPr lang="en-US"/>
        </a:p>
      </dgm:t>
    </dgm:pt>
    <dgm:pt modelId="{39BFCFEF-2B98-4503-83EA-CCBF60F2F3C2}" type="sibTrans" cxnId="{8DFCBB98-9207-44A3-A5E0-8E4B7C860005}">
      <dgm:prSet/>
      <dgm:spPr/>
      <dgm:t>
        <a:bodyPr/>
        <a:lstStyle/>
        <a:p>
          <a:endParaRPr lang="en-US"/>
        </a:p>
      </dgm:t>
    </dgm:pt>
    <dgm:pt modelId="{F0246D76-69B4-4869-9A75-4EF9979A8876}">
      <dgm:prSet/>
      <dgm:spPr/>
      <dgm:t>
        <a:bodyPr/>
        <a:lstStyle/>
        <a:p>
          <a:r>
            <a:rPr lang="en-US"/>
            <a:t>Landelijk congestieprobleem</a:t>
          </a:r>
        </a:p>
      </dgm:t>
    </dgm:pt>
    <dgm:pt modelId="{5BFA87C1-BF9A-410C-BF44-169A877A6E8C}" type="parTrans" cxnId="{7C2395E3-00C1-4CD8-AC9C-1FE858AF5CC8}">
      <dgm:prSet/>
      <dgm:spPr/>
      <dgm:t>
        <a:bodyPr/>
        <a:lstStyle/>
        <a:p>
          <a:endParaRPr lang="en-US"/>
        </a:p>
      </dgm:t>
    </dgm:pt>
    <dgm:pt modelId="{F3AC92F2-D5BE-44B7-BA44-963E210809A6}" type="sibTrans" cxnId="{7C2395E3-00C1-4CD8-AC9C-1FE858AF5CC8}">
      <dgm:prSet/>
      <dgm:spPr/>
      <dgm:t>
        <a:bodyPr/>
        <a:lstStyle/>
        <a:p>
          <a:endParaRPr lang="en-US"/>
        </a:p>
      </dgm:t>
    </dgm:pt>
    <dgm:pt modelId="{D007211C-B7FE-4E50-90CC-7B337A2FFF9D}">
      <dgm:prSet/>
      <dgm:spPr/>
      <dgm:t>
        <a:bodyPr/>
        <a:lstStyle/>
        <a:p>
          <a:r>
            <a:rPr lang="en-US"/>
            <a:t>Inperking lokale opwek</a:t>
          </a:r>
        </a:p>
      </dgm:t>
    </dgm:pt>
    <dgm:pt modelId="{DB446F7A-D558-4303-9254-D11F7502DB4A}" type="parTrans" cxnId="{749B385D-7682-4CD5-8857-66DA56607269}">
      <dgm:prSet/>
      <dgm:spPr/>
      <dgm:t>
        <a:bodyPr/>
        <a:lstStyle/>
        <a:p>
          <a:endParaRPr lang="en-US"/>
        </a:p>
      </dgm:t>
    </dgm:pt>
    <dgm:pt modelId="{8B968937-3D61-4F77-BB9B-B736CAB62FA8}" type="sibTrans" cxnId="{749B385D-7682-4CD5-8857-66DA56607269}">
      <dgm:prSet/>
      <dgm:spPr/>
      <dgm:t>
        <a:bodyPr/>
        <a:lstStyle/>
        <a:p>
          <a:endParaRPr lang="en-US"/>
        </a:p>
      </dgm:t>
    </dgm:pt>
    <dgm:pt modelId="{100C93FA-F63F-47F8-BE92-2D718131D81D}">
      <dgm:prSet/>
      <dgm:spPr/>
      <dgm:t>
        <a:bodyPr/>
        <a:lstStyle/>
        <a:p>
          <a:r>
            <a:rPr lang="en-US"/>
            <a:t>Omzetten overschot lokale opwek in waterstof en dit injecteren in gasnetwerk</a:t>
          </a:r>
        </a:p>
      </dgm:t>
    </dgm:pt>
    <dgm:pt modelId="{50985F04-E95F-491B-A880-F81755F2EA95}" type="parTrans" cxnId="{BE52D2DC-3288-4589-95DE-E1DC5FDFAE5A}">
      <dgm:prSet/>
      <dgm:spPr/>
      <dgm:t>
        <a:bodyPr/>
        <a:lstStyle/>
        <a:p>
          <a:endParaRPr lang="en-US"/>
        </a:p>
      </dgm:t>
    </dgm:pt>
    <dgm:pt modelId="{448E630F-FA92-4943-A33E-7D6AACCFD893}" type="sibTrans" cxnId="{BE52D2DC-3288-4589-95DE-E1DC5FDFAE5A}">
      <dgm:prSet/>
      <dgm:spPr/>
      <dgm:t>
        <a:bodyPr/>
        <a:lstStyle/>
        <a:p>
          <a:endParaRPr lang="en-US"/>
        </a:p>
      </dgm:t>
    </dgm:pt>
    <dgm:pt modelId="{801BB730-E2E3-464B-B656-B9804B8C4A58}">
      <dgm:prSet/>
      <dgm:spPr/>
      <dgm:t>
        <a:bodyPr/>
        <a:lstStyle/>
        <a:p>
          <a:r>
            <a:rPr lang="en-US"/>
            <a:t>Aanzienlijke mogelijkheid zonder aanpassingen gasinfrastructuur (Scamman &amp; Newborough, 2016)</a:t>
          </a:r>
        </a:p>
      </dgm:t>
    </dgm:pt>
    <dgm:pt modelId="{346579F0-6D01-4548-BA73-21E023581778}" type="parTrans" cxnId="{DB6EB8ED-AF2D-45D6-8384-D2CECBC7BF1C}">
      <dgm:prSet/>
      <dgm:spPr/>
      <dgm:t>
        <a:bodyPr/>
        <a:lstStyle/>
        <a:p>
          <a:endParaRPr lang="en-US"/>
        </a:p>
      </dgm:t>
    </dgm:pt>
    <dgm:pt modelId="{F64D527E-B518-4215-8031-696C1504694F}" type="sibTrans" cxnId="{DB6EB8ED-AF2D-45D6-8384-D2CECBC7BF1C}">
      <dgm:prSet/>
      <dgm:spPr/>
      <dgm:t>
        <a:bodyPr/>
        <a:lstStyle/>
        <a:p>
          <a:endParaRPr lang="en-US"/>
        </a:p>
      </dgm:t>
    </dgm:pt>
    <dgm:pt modelId="{481687C5-E166-4C7B-8658-4371772F721C}">
      <dgm:prSet/>
      <dgm:spPr/>
      <dgm:t>
        <a:bodyPr/>
        <a:lstStyle/>
        <a:p>
          <a:r>
            <a:rPr lang="en-US"/>
            <a:t>Voordelen flexibiliteit energieopwek (Qadrdan, Abeysekera, Chaudry, Wu, &amp; Jenkins, 2015)</a:t>
          </a:r>
        </a:p>
      </dgm:t>
    </dgm:pt>
    <dgm:pt modelId="{7DB45122-8494-42AC-917C-B45B6BF6A446}" type="parTrans" cxnId="{971EF8F6-6782-4DD5-9E78-3EE207630F36}">
      <dgm:prSet/>
      <dgm:spPr/>
      <dgm:t>
        <a:bodyPr/>
        <a:lstStyle/>
        <a:p>
          <a:endParaRPr lang="en-US"/>
        </a:p>
      </dgm:t>
    </dgm:pt>
    <dgm:pt modelId="{D4BDCC62-19CD-4F12-AD6C-59DAE4673B3F}" type="sibTrans" cxnId="{971EF8F6-6782-4DD5-9E78-3EE207630F36}">
      <dgm:prSet/>
      <dgm:spPr/>
      <dgm:t>
        <a:bodyPr/>
        <a:lstStyle/>
        <a:p>
          <a:endParaRPr lang="en-US"/>
        </a:p>
      </dgm:t>
    </dgm:pt>
    <dgm:pt modelId="{FFE49DA0-0A06-4FD0-9DCF-24C0CE39CA2B}">
      <dgm:prSet/>
      <dgm:spPr/>
      <dgm:t>
        <a:bodyPr/>
        <a:lstStyle/>
        <a:p>
          <a:r>
            <a:rPr lang="en-US"/>
            <a:t>Combineren waterstof voor injectie en opslag</a:t>
          </a:r>
        </a:p>
      </dgm:t>
    </dgm:pt>
    <dgm:pt modelId="{1AF34083-2135-43DC-A01D-A43FC796FBE3}" type="parTrans" cxnId="{5B699489-6704-4234-83CA-5F6F1F8D5712}">
      <dgm:prSet/>
      <dgm:spPr/>
      <dgm:t>
        <a:bodyPr/>
        <a:lstStyle/>
        <a:p>
          <a:endParaRPr lang="en-US"/>
        </a:p>
      </dgm:t>
    </dgm:pt>
    <dgm:pt modelId="{BD501233-373C-42AA-95F3-AAA92F934413}" type="sibTrans" cxnId="{5B699489-6704-4234-83CA-5F6F1F8D5712}">
      <dgm:prSet/>
      <dgm:spPr/>
      <dgm:t>
        <a:bodyPr/>
        <a:lstStyle/>
        <a:p>
          <a:endParaRPr lang="en-US"/>
        </a:p>
      </dgm:t>
    </dgm:pt>
    <dgm:pt modelId="{6D9F8E9D-DF7B-475D-9715-E86BDF76714F}">
      <dgm:prSet/>
      <dgm:spPr/>
      <dgm:t>
        <a:bodyPr/>
        <a:lstStyle/>
        <a:p>
          <a:r>
            <a:rPr lang="en-US"/>
            <a:t>Marginale afname in effectiviteit opslag bij toename opslagcapaciteit</a:t>
          </a:r>
        </a:p>
      </dgm:t>
    </dgm:pt>
    <dgm:pt modelId="{19D2BC39-9DE0-4C61-A1D3-43B98B8E19ED}" type="parTrans" cxnId="{B83D82F8-E015-498D-918F-E248B50595B0}">
      <dgm:prSet/>
      <dgm:spPr/>
      <dgm:t>
        <a:bodyPr/>
        <a:lstStyle/>
        <a:p>
          <a:endParaRPr lang="en-US"/>
        </a:p>
      </dgm:t>
    </dgm:pt>
    <dgm:pt modelId="{7D2D6C13-D707-4C9D-A75B-57573BCEB11D}" type="sibTrans" cxnId="{B83D82F8-E015-498D-918F-E248B50595B0}">
      <dgm:prSet/>
      <dgm:spPr/>
      <dgm:t>
        <a:bodyPr/>
        <a:lstStyle/>
        <a:p>
          <a:endParaRPr lang="en-US"/>
        </a:p>
      </dgm:t>
    </dgm:pt>
    <dgm:pt modelId="{010A27B9-01EA-4440-BF88-8CDB47E09ACE}" type="pres">
      <dgm:prSet presAssocID="{4206D687-DABF-424E-9C7F-0AEBE10DFFD8}" presName="linear" presStyleCnt="0">
        <dgm:presLayoutVars>
          <dgm:dir/>
          <dgm:animLvl val="lvl"/>
          <dgm:resizeHandles val="exact"/>
        </dgm:presLayoutVars>
      </dgm:prSet>
      <dgm:spPr/>
    </dgm:pt>
    <dgm:pt modelId="{E232907B-8C82-4D3C-8EC3-07DB684DD2E6}" type="pres">
      <dgm:prSet presAssocID="{A120F1B0-29AD-46CD-BB15-90F7DA0D7099}" presName="parentLin" presStyleCnt="0"/>
      <dgm:spPr/>
    </dgm:pt>
    <dgm:pt modelId="{317D7921-B88C-4EE7-92F4-C0BA69BCC164}" type="pres">
      <dgm:prSet presAssocID="{A120F1B0-29AD-46CD-BB15-90F7DA0D7099}" presName="parentLeftMargin" presStyleLbl="node1" presStyleIdx="0" presStyleCnt="3"/>
      <dgm:spPr/>
    </dgm:pt>
    <dgm:pt modelId="{09D29FB6-B711-4C8F-9F1C-E788D0CC4618}" type="pres">
      <dgm:prSet presAssocID="{A120F1B0-29AD-46CD-BB15-90F7DA0D709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3BBB9A-BDF8-407C-8DB7-B0CCE2153F3A}" type="pres">
      <dgm:prSet presAssocID="{A120F1B0-29AD-46CD-BB15-90F7DA0D7099}" presName="negativeSpace" presStyleCnt="0"/>
      <dgm:spPr/>
    </dgm:pt>
    <dgm:pt modelId="{7B78CF37-321A-4110-AE47-53B4007389E1}" type="pres">
      <dgm:prSet presAssocID="{A120F1B0-29AD-46CD-BB15-90F7DA0D7099}" presName="childText" presStyleLbl="conFgAcc1" presStyleIdx="0" presStyleCnt="3">
        <dgm:presLayoutVars>
          <dgm:bulletEnabled val="1"/>
        </dgm:presLayoutVars>
      </dgm:prSet>
      <dgm:spPr/>
    </dgm:pt>
    <dgm:pt modelId="{CFDFFA8F-7CEC-4691-A4FB-D1E3CF74495C}" type="pres">
      <dgm:prSet presAssocID="{39BFCFEF-2B98-4503-83EA-CCBF60F2F3C2}" presName="spaceBetweenRectangles" presStyleCnt="0"/>
      <dgm:spPr/>
    </dgm:pt>
    <dgm:pt modelId="{DB680A28-BCBC-4DA2-BCD1-18FA71DA1340}" type="pres">
      <dgm:prSet presAssocID="{100C93FA-F63F-47F8-BE92-2D718131D81D}" presName="parentLin" presStyleCnt="0"/>
      <dgm:spPr/>
    </dgm:pt>
    <dgm:pt modelId="{EFEA17B0-5115-468F-A324-B711EF1E2CC6}" type="pres">
      <dgm:prSet presAssocID="{100C93FA-F63F-47F8-BE92-2D718131D81D}" presName="parentLeftMargin" presStyleLbl="node1" presStyleIdx="0" presStyleCnt="3"/>
      <dgm:spPr/>
    </dgm:pt>
    <dgm:pt modelId="{29078F0B-FA52-4B39-A717-4B65C3F50CBC}" type="pres">
      <dgm:prSet presAssocID="{100C93FA-F63F-47F8-BE92-2D718131D8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0F95E59-B66A-4762-A721-20649BBD634D}" type="pres">
      <dgm:prSet presAssocID="{100C93FA-F63F-47F8-BE92-2D718131D81D}" presName="negativeSpace" presStyleCnt="0"/>
      <dgm:spPr/>
    </dgm:pt>
    <dgm:pt modelId="{8DFB8B8B-5600-48A9-BFBA-D3C8F6AC73D2}" type="pres">
      <dgm:prSet presAssocID="{100C93FA-F63F-47F8-BE92-2D718131D81D}" presName="childText" presStyleLbl="conFgAcc1" presStyleIdx="1" presStyleCnt="3">
        <dgm:presLayoutVars>
          <dgm:bulletEnabled val="1"/>
        </dgm:presLayoutVars>
      </dgm:prSet>
      <dgm:spPr/>
    </dgm:pt>
    <dgm:pt modelId="{38021D5B-4791-486B-8820-7E1C891AE2BC}" type="pres">
      <dgm:prSet presAssocID="{448E630F-FA92-4943-A33E-7D6AACCFD893}" presName="spaceBetweenRectangles" presStyleCnt="0"/>
      <dgm:spPr/>
    </dgm:pt>
    <dgm:pt modelId="{89B7A567-745D-4FC9-9AFB-E7BF3B00F500}" type="pres">
      <dgm:prSet presAssocID="{FFE49DA0-0A06-4FD0-9DCF-24C0CE39CA2B}" presName="parentLin" presStyleCnt="0"/>
      <dgm:spPr/>
    </dgm:pt>
    <dgm:pt modelId="{D1DA174F-6624-46C8-9DE7-2D296BE2B272}" type="pres">
      <dgm:prSet presAssocID="{FFE49DA0-0A06-4FD0-9DCF-24C0CE39CA2B}" presName="parentLeftMargin" presStyleLbl="node1" presStyleIdx="1" presStyleCnt="3"/>
      <dgm:spPr/>
    </dgm:pt>
    <dgm:pt modelId="{68C48FEB-671B-4100-9EB8-BE20CF128DC4}" type="pres">
      <dgm:prSet presAssocID="{FFE49DA0-0A06-4FD0-9DCF-24C0CE39CA2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BA96E25-E53E-4AEE-9E44-EBBC19B45E38}" type="pres">
      <dgm:prSet presAssocID="{FFE49DA0-0A06-4FD0-9DCF-24C0CE39CA2B}" presName="negativeSpace" presStyleCnt="0"/>
      <dgm:spPr/>
    </dgm:pt>
    <dgm:pt modelId="{AC30C046-F1F5-4657-92DA-FB9A1D87B8B9}" type="pres">
      <dgm:prSet presAssocID="{FFE49DA0-0A06-4FD0-9DCF-24C0CE39CA2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ACE9A02-8C99-4EDF-8570-D54ADF3D7E60}" type="presOf" srcId="{FFE49DA0-0A06-4FD0-9DCF-24C0CE39CA2B}" destId="{D1DA174F-6624-46C8-9DE7-2D296BE2B272}" srcOrd="0" destOrd="0" presId="urn:microsoft.com/office/officeart/2005/8/layout/list1"/>
    <dgm:cxn modelId="{5A758738-EB57-4136-9D55-B6AF4C9C456A}" type="presOf" srcId="{F0246D76-69B4-4869-9A75-4EF9979A8876}" destId="{7B78CF37-321A-4110-AE47-53B4007389E1}" srcOrd="0" destOrd="0" presId="urn:microsoft.com/office/officeart/2005/8/layout/list1"/>
    <dgm:cxn modelId="{749B385D-7682-4CD5-8857-66DA56607269}" srcId="{A120F1B0-29AD-46CD-BB15-90F7DA0D7099}" destId="{D007211C-B7FE-4E50-90CC-7B337A2FFF9D}" srcOrd="1" destOrd="0" parTransId="{DB446F7A-D558-4303-9254-D11F7502DB4A}" sibTransId="{8B968937-3D61-4F77-BB9B-B736CAB62FA8}"/>
    <dgm:cxn modelId="{35714C74-4D6F-489E-B2B9-B56D23F4EF31}" type="presOf" srcId="{A120F1B0-29AD-46CD-BB15-90F7DA0D7099}" destId="{09D29FB6-B711-4C8F-9F1C-E788D0CC4618}" srcOrd="1" destOrd="0" presId="urn:microsoft.com/office/officeart/2005/8/layout/list1"/>
    <dgm:cxn modelId="{18804258-76F8-4F88-9A2A-9120EA5D31C5}" type="presOf" srcId="{A120F1B0-29AD-46CD-BB15-90F7DA0D7099}" destId="{317D7921-B88C-4EE7-92F4-C0BA69BCC164}" srcOrd="0" destOrd="0" presId="urn:microsoft.com/office/officeart/2005/8/layout/list1"/>
    <dgm:cxn modelId="{3A86637C-ACFE-4CE6-89B0-327523725825}" type="presOf" srcId="{D007211C-B7FE-4E50-90CC-7B337A2FFF9D}" destId="{7B78CF37-321A-4110-AE47-53B4007389E1}" srcOrd="0" destOrd="1" presId="urn:microsoft.com/office/officeart/2005/8/layout/list1"/>
    <dgm:cxn modelId="{5B699489-6704-4234-83CA-5F6F1F8D5712}" srcId="{4206D687-DABF-424E-9C7F-0AEBE10DFFD8}" destId="{FFE49DA0-0A06-4FD0-9DCF-24C0CE39CA2B}" srcOrd="2" destOrd="0" parTransId="{1AF34083-2135-43DC-A01D-A43FC796FBE3}" sibTransId="{BD501233-373C-42AA-95F3-AAA92F934413}"/>
    <dgm:cxn modelId="{8DFCBB98-9207-44A3-A5E0-8E4B7C860005}" srcId="{4206D687-DABF-424E-9C7F-0AEBE10DFFD8}" destId="{A120F1B0-29AD-46CD-BB15-90F7DA0D7099}" srcOrd="0" destOrd="0" parTransId="{16122CD9-442B-47AB-8539-4142DAAEA2F4}" sibTransId="{39BFCFEF-2B98-4503-83EA-CCBF60F2F3C2}"/>
    <dgm:cxn modelId="{89C367C3-3633-4273-AE76-766AA69A9A48}" type="presOf" srcId="{4206D687-DABF-424E-9C7F-0AEBE10DFFD8}" destId="{010A27B9-01EA-4440-BF88-8CDB47E09ACE}" srcOrd="0" destOrd="0" presId="urn:microsoft.com/office/officeart/2005/8/layout/list1"/>
    <dgm:cxn modelId="{E7541BC8-DF7A-4695-8AD8-B5538840B0DE}" type="presOf" srcId="{FFE49DA0-0A06-4FD0-9DCF-24C0CE39CA2B}" destId="{68C48FEB-671B-4100-9EB8-BE20CF128DC4}" srcOrd="1" destOrd="0" presId="urn:microsoft.com/office/officeart/2005/8/layout/list1"/>
    <dgm:cxn modelId="{EEC795CF-D6F1-49EC-8B51-D4DC0A702714}" type="presOf" srcId="{481687C5-E166-4C7B-8658-4371772F721C}" destId="{8DFB8B8B-5600-48A9-BFBA-D3C8F6AC73D2}" srcOrd="0" destOrd="1" presId="urn:microsoft.com/office/officeart/2005/8/layout/list1"/>
    <dgm:cxn modelId="{41A83CDC-8212-46C4-8C45-054E56F73C73}" type="presOf" srcId="{6D9F8E9D-DF7B-475D-9715-E86BDF76714F}" destId="{AC30C046-F1F5-4657-92DA-FB9A1D87B8B9}" srcOrd="0" destOrd="0" presId="urn:microsoft.com/office/officeart/2005/8/layout/list1"/>
    <dgm:cxn modelId="{BE52D2DC-3288-4589-95DE-E1DC5FDFAE5A}" srcId="{4206D687-DABF-424E-9C7F-0AEBE10DFFD8}" destId="{100C93FA-F63F-47F8-BE92-2D718131D81D}" srcOrd="1" destOrd="0" parTransId="{50985F04-E95F-491B-A880-F81755F2EA95}" sibTransId="{448E630F-FA92-4943-A33E-7D6AACCFD893}"/>
    <dgm:cxn modelId="{982BFADC-ADA9-4521-8C97-B29BEC913574}" type="presOf" srcId="{100C93FA-F63F-47F8-BE92-2D718131D81D}" destId="{29078F0B-FA52-4B39-A717-4B65C3F50CBC}" srcOrd="1" destOrd="0" presId="urn:microsoft.com/office/officeart/2005/8/layout/list1"/>
    <dgm:cxn modelId="{7C2395E3-00C1-4CD8-AC9C-1FE858AF5CC8}" srcId="{A120F1B0-29AD-46CD-BB15-90F7DA0D7099}" destId="{F0246D76-69B4-4869-9A75-4EF9979A8876}" srcOrd="0" destOrd="0" parTransId="{5BFA87C1-BF9A-410C-BF44-169A877A6E8C}" sibTransId="{F3AC92F2-D5BE-44B7-BA44-963E210809A6}"/>
    <dgm:cxn modelId="{DB6EB8ED-AF2D-45D6-8384-D2CECBC7BF1C}" srcId="{100C93FA-F63F-47F8-BE92-2D718131D81D}" destId="{801BB730-E2E3-464B-B656-B9804B8C4A58}" srcOrd="0" destOrd="0" parTransId="{346579F0-6D01-4548-BA73-21E023581778}" sibTransId="{F64D527E-B518-4215-8031-696C1504694F}"/>
    <dgm:cxn modelId="{012ADAED-4B45-4FBA-BE30-FD4C8673FE45}" type="presOf" srcId="{801BB730-E2E3-464B-B656-B9804B8C4A58}" destId="{8DFB8B8B-5600-48A9-BFBA-D3C8F6AC73D2}" srcOrd="0" destOrd="0" presId="urn:microsoft.com/office/officeart/2005/8/layout/list1"/>
    <dgm:cxn modelId="{E16C71F0-2821-4009-BCFD-28BCE12AB172}" type="presOf" srcId="{100C93FA-F63F-47F8-BE92-2D718131D81D}" destId="{EFEA17B0-5115-468F-A324-B711EF1E2CC6}" srcOrd="0" destOrd="0" presId="urn:microsoft.com/office/officeart/2005/8/layout/list1"/>
    <dgm:cxn modelId="{971EF8F6-6782-4DD5-9E78-3EE207630F36}" srcId="{100C93FA-F63F-47F8-BE92-2D718131D81D}" destId="{481687C5-E166-4C7B-8658-4371772F721C}" srcOrd="1" destOrd="0" parTransId="{7DB45122-8494-42AC-917C-B45B6BF6A446}" sibTransId="{D4BDCC62-19CD-4F12-AD6C-59DAE4673B3F}"/>
    <dgm:cxn modelId="{B83D82F8-E015-498D-918F-E248B50595B0}" srcId="{FFE49DA0-0A06-4FD0-9DCF-24C0CE39CA2B}" destId="{6D9F8E9D-DF7B-475D-9715-E86BDF76714F}" srcOrd="0" destOrd="0" parTransId="{19D2BC39-9DE0-4C61-A1D3-43B98B8E19ED}" sibTransId="{7D2D6C13-D707-4C9D-A75B-57573BCEB11D}"/>
    <dgm:cxn modelId="{BA8AC986-2880-414D-A08C-A7D3EB92BBEB}" type="presParOf" srcId="{010A27B9-01EA-4440-BF88-8CDB47E09ACE}" destId="{E232907B-8C82-4D3C-8EC3-07DB684DD2E6}" srcOrd="0" destOrd="0" presId="urn:microsoft.com/office/officeart/2005/8/layout/list1"/>
    <dgm:cxn modelId="{140EE7E9-4832-4C7E-A11A-586624EB1AE5}" type="presParOf" srcId="{E232907B-8C82-4D3C-8EC3-07DB684DD2E6}" destId="{317D7921-B88C-4EE7-92F4-C0BA69BCC164}" srcOrd="0" destOrd="0" presId="urn:microsoft.com/office/officeart/2005/8/layout/list1"/>
    <dgm:cxn modelId="{B445C981-24E0-4BA8-BD08-41797A49CA14}" type="presParOf" srcId="{E232907B-8C82-4D3C-8EC3-07DB684DD2E6}" destId="{09D29FB6-B711-4C8F-9F1C-E788D0CC4618}" srcOrd="1" destOrd="0" presId="urn:microsoft.com/office/officeart/2005/8/layout/list1"/>
    <dgm:cxn modelId="{CC60E516-B065-479B-87DF-9A215E8D9831}" type="presParOf" srcId="{010A27B9-01EA-4440-BF88-8CDB47E09ACE}" destId="{803BBB9A-BDF8-407C-8DB7-B0CCE2153F3A}" srcOrd="1" destOrd="0" presId="urn:microsoft.com/office/officeart/2005/8/layout/list1"/>
    <dgm:cxn modelId="{713C3EBB-0B3B-4A6B-B48A-A23FCA3B737E}" type="presParOf" srcId="{010A27B9-01EA-4440-BF88-8CDB47E09ACE}" destId="{7B78CF37-321A-4110-AE47-53B4007389E1}" srcOrd="2" destOrd="0" presId="urn:microsoft.com/office/officeart/2005/8/layout/list1"/>
    <dgm:cxn modelId="{74036878-68B0-451D-BE48-F285289EE707}" type="presParOf" srcId="{010A27B9-01EA-4440-BF88-8CDB47E09ACE}" destId="{CFDFFA8F-7CEC-4691-A4FB-D1E3CF74495C}" srcOrd="3" destOrd="0" presId="urn:microsoft.com/office/officeart/2005/8/layout/list1"/>
    <dgm:cxn modelId="{12984766-5A9F-4544-A041-1A2023196A1D}" type="presParOf" srcId="{010A27B9-01EA-4440-BF88-8CDB47E09ACE}" destId="{DB680A28-BCBC-4DA2-BCD1-18FA71DA1340}" srcOrd="4" destOrd="0" presId="urn:microsoft.com/office/officeart/2005/8/layout/list1"/>
    <dgm:cxn modelId="{E5A6CB0D-39F8-4BEF-B418-EF30348F4BFD}" type="presParOf" srcId="{DB680A28-BCBC-4DA2-BCD1-18FA71DA1340}" destId="{EFEA17B0-5115-468F-A324-B711EF1E2CC6}" srcOrd="0" destOrd="0" presId="urn:microsoft.com/office/officeart/2005/8/layout/list1"/>
    <dgm:cxn modelId="{8ACF7479-724D-4F62-A579-F9588CC8EE3F}" type="presParOf" srcId="{DB680A28-BCBC-4DA2-BCD1-18FA71DA1340}" destId="{29078F0B-FA52-4B39-A717-4B65C3F50CBC}" srcOrd="1" destOrd="0" presId="urn:microsoft.com/office/officeart/2005/8/layout/list1"/>
    <dgm:cxn modelId="{5CBEE6E2-D1A7-4539-810F-590E70F978AD}" type="presParOf" srcId="{010A27B9-01EA-4440-BF88-8CDB47E09ACE}" destId="{D0F95E59-B66A-4762-A721-20649BBD634D}" srcOrd="5" destOrd="0" presId="urn:microsoft.com/office/officeart/2005/8/layout/list1"/>
    <dgm:cxn modelId="{5201C9D8-7E0E-4592-9C05-77A973387BAB}" type="presParOf" srcId="{010A27B9-01EA-4440-BF88-8CDB47E09ACE}" destId="{8DFB8B8B-5600-48A9-BFBA-D3C8F6AC73D2}" srcOrd="6" destOrd="0" presId="urn:microsoft.com/office/officeart/2005/8/layout/list1"/>
    <dgm:cxn modelId="{9F5FBCF0-916F-4DB3-95DE-F56F8C53D694}" type="presParOf" srcId="{010A27B9-01EA-4440-BF88-8CDB47E09ACE}" destId="{38021D5B-4791-486B-8820-7E1C891AE2BC}" srcOrd="7" destOrd="0" presId="urn:microsoft.com/office/officeart/2005/8/layout/list1"/>
    <dgm:cxn modelId="{8F5FF483-AEE0-4AD6-9C60-2F618F0C9BC4}" type="presParOf" srcId="{010A27B9-01EA-4440-BF88-8CDB47E09ACE}" destId="{89B7A567-745D-4FC9-9AFB-E7BF3B00F500}" srcOrd="8" destOrd="0" presId="urn:microsoft.com/office/officeart/2005/8/layout/list1"/>
    <dgm:cxn modelId="{1F6BF74E-31B4-49A2-87C8-670FD4FA623F}" type="presParOf" srcId="{89B7A567-745D-4FC9-9AFB-E7BF3B00F500}" destId="{D1DA174F-6624-46C8-9DE7-2D296BE2B272}" srcOrd="0" destOrd="0" presId="urn:microsoft.com/office/officeart/2005/8/layout/list1"/>
    <dgm:cxn modelId="{BC2588F8-484A-43F2-8363-F5AA1FB05A85}" type="presParOf" srcId="{89B7A567-745D-4FC9-9AFB-E7BF3B00F500}" destId="{68C48FEB-671B-4100-9EB8-BE20CF128DC4}" srcOrd="1" destOrd="0" presId="urn:microsoft.com/office/officeart/2005/8/layout/list1"/>
    <dgm:cxn modelId="{FD5DCFCB-23AC-4E6E-8CC2-7F246E4AAF60}" type="presParOf" srcId="{010A27B9-01EA-4440-BF88-8CDB47E09ACE}" destId="{1BA96E25-E53E-4AEE-9E44-EBBC19B45E38}" srcOrd="9" destOrd="0" presId="urn:microsoft.com/office/officeart/2005/8/layout/list1"/>
    <dgm:cxn modelId="{54B21654-D4FD-4F89-B4A3-3C32BD72F51D}" type="presParOf" srcId="{010A27B9-01EA-4440-BF88-8CDB47E09ACE}" destId="{AC30C046-F1F5-4657-92DA-FB9A1D87B8B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BE2C25-347F-4A69-B294-999339969F99}" type="doc">
      <dgm:prSet loTypeId="urn:microsoft.com/office/officeart/2005/8/layout/vList5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10B2325-8D81-4F08-8F33-F349CF3D784B}">
      <dgm:prSet custT="1"/>
      <dgm:spPr/>
      <dgm:t>
        <a:bodyPr/>
        <a:lstStyle/>
        <a:p>
          <a:r>
            <a:rPr lang="en-US" sz="3200" dirty="0"/>
            <a:t>3% </a:t>
          </a:r>
          <a:r>
            <a:rPr lang="en-US" sz="3200" dirty="0" err="1"/>
            <a:t>maximale</a:t>
          </a:r>
          <a:r>
            <a:rPr lang="en-US" sz="3200" dirty="0"/>
            <a:t> </a:t>
          </a:r>
          <a:r>
            <a:rPr lang="en-US" sz="3200" dirty="0" err="1"/>
            <a:t>injectie</a:t>
          </a:r>
          <a:endParaRPr lang="en-US" sz="3200" dirty="0"/>
        </a:p>
      </dgm:t>
    </dgm:pt>
    <dgm:pt modelId="{BC29B857-00FF-427A-91AD-8B44E0581A0A}" type="parTrans" cxnId="{B55E3AC8-D766-4A12-A4EF-809BF3D39049}">
      <dgm:prSet/>
      <dgm:spPr/>
      <dgm:t>
        <a:bodyPr/>
        <a:lstStyle/>
        <a:p>
          <a:endParaRPr lang="en-US"/>
        </a:p>
      </dgm:t>
    </dgm:pt>
    <dgm:pt modelId="{4E8D9DCE-70A5-4123-AFF4-0DECE93ACB03}" type="sibTrans" cxnId="{B55E3AC8-D766-4A12-A4EF-809BF3D39049}">
      <dgm:prSet/>
      <dgm:spPr/>
      <dgm:t>
        <a:bodyPr/>
        <a:lstStyle/>
        <a:p>
          <a:endParaRPr lang="en-US"/>
        </a:p>
      </dgm:t>
    </dgm:pt>
    <dgm:pt modelId="{CBAD7ABF-8861-4FB4-8962-07B8E2D04DF2}">
      <dgm:prSet custT="1"/>
      <dgm:spPr/>
      <dgm:t>
        <a:bodyPr/>
        <a:lstStyle/>
        <a:p>
          <a:r>
            <a:rPr lang="en-US" sz="2000" dirty="0" err="1">
              <a:solidFill>
                <a:schemeClr val="bg1"/>
              </a:solidFill>
            </a:rPr>
            <a:t>Functionaliteit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huishoudelijke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gastoestellen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zonder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aanpassingen</a:t>
          </a:r>
          <a:r>
            <a:rPr lang="en-US" sz="2000" dirty="0">
              <a:solidFill>
                <a:schemeClr val="bg1"/>
              </a:solidFill>
            </a:rPr>
            <a:t> (</a:t>
          </a:r>
          <a:r>
            <a:rPr lang="en-US" sz="2000" dirty="0" err="1">
              <a:solidFill>
                <a:schemeClr val="bg1"/>
              </a:solidFill>
            </a:rPr>
            <a:t>Kiwa</a:t>
          </a:r>
          <a:r>
            <a:rPr lang="en-US" sz="2000" dirty="0">
              <a:solidFill>
                <a:schemeClr val="bg1"/>
              </a:solidFill>
            </a:rPr>
            <a:t>, 2020)</a:t>
          </a:r>
        </a:p>
      </dgm:t>
    </dgm:pt>
    <dgm:pt modelId="{B7E7BDDE-69EC-42B6-8134-6295D5CF8BFE}" type="parTrans" cxnId="{01B915D9-FD58-4095-A08C-B28338F445A9}">
      <dgm:prSet/>
      <dgm:spPr/>
      <dgm:t>
        <a:bodyPr/>
        <a:lstStyle/>
        <a:p>
          <a:endParaRPr lang="en-US"/>
        </a:p>
      </dgm:t>
    </dgm:pt>
    <dgm:pt modelId="{C258BCD0-4F84-4590-8432-6098C24AE8A7}" type="sibTrans" cxnId="{01B915D9-FD58-4095-A08C-B28338F445A9}">
      <dgm:prSet/>
      <dgm:spPr/>
      <dgm:t>
        <a:bodyPr/>
        <a:lstStyle/>
        <a:p>
          <a:endParaRPr lang="en-US"/>
        </a:p>
      </dgm:t>
    </dgm:pt>
    <dgm:pt modelId="{174B0242-58C4-4963-89E8-CA9FA26F4A02}">
      <dgm:prSet custT="1"/>
      <dgm:spPr/>
      <dgm:t>
        <a:bodyPr/>
        <a:lstStyle/>
        <a:p>
          <a:r>
            <a:rPr lang="en-US" sz="3200" dirty="0"/>
            <a:t>10% </a:t>
          </a:r>
          <a:r>
            <a:rPr lang="en-US" sz="3200" dirty="0" err="1"/>
            <a:t>maximale</a:t>
          </a:r>
          <a:r>
            <a:rPr lang="en-US" sz="3200" dirty="0"/>
            <a:t> </a:t>
          </a:r>
          <a:r>
            <a:rPr lang="en-US" sz="3200" dirty="0" err="1"/>
            <a:t>injectie</a:t>
          </a:r>
          <a:endParaRPr lang="en-US" sz="3200" dirty="0"/>
        </a:p>
      </dgm:t>
    </dgm:pt>
    <dgm:pt modelId="{D4365D97-86E3-471B-8E2D-98CB8558417C}" type="parTrans" cxnId="{F092B62D-DA53-4DA9-A72B-E42814FB96BF}">
      <dgm:prSet/>
      <dgm:spPr/>
      <dgm:t>
        <a:bodyPr/>
        <a:lstStyle/>
        <a:p>
          <a:endParaRPr lang="en-US"/>
        </a:p>
      </dgm:t>
    </dgm:pt>
    <dgm:pt modelId="{81EA6D39-C66F-46D4-B169-8A33E94F8A71}" type="sibTrans" cxnId="{F092B62D-DA53-4DA9-A72B-E42814FB96BF}">
      <dgm:prSet/>
      <dgm:spPr/>
      <dgm:t>
        <a:bodyPr/>
        <a:lstStyle/>
        <a:p>
          <a:endParaRPr lang="en-US"/>
        </a:p>
      </dgm:t>
    </dgm:pt>
    <dgm:pt modelId="{CD5C4E02-6693-493F-B2DB-5456D2387B3E}">
      <dgm:prSet custT="1"/>
      <dgm:spPr/>
      <dgm:t>
        <a:bodyPr/>
        <a:lstStyle/>
        <a:p>
          <a:r>
            <a:rPr lang="en-US" sz="2000" dirty="0" err="1">
              <a:solidFill>
                <a:schemeClr val="bg1"/>
              </a:solidFill>
            </a:rPr>
            <a:t>Bovengrens</a:t>
          </a:r>
          <a:r>
            <a:rPr lang="en-US" sz="2000" dirty="0">
              <a:solidFill>
                <a:schemeClr val="bg1"/>
              </a:solidFill>
            </a:rPr>
            <a:t> correct </a:t>
          </a:r>
          <a:r>
            <a:rPr lang="en-US" sz="2000" dirty="0" err="1">
              <a:solidFill>
                <a:schemeClr val="bg1"/>
              </a:solidFill>
            </a:rPr>
            <a:t>functioneren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gashoeveelheidmeters</a:t>
          </a:r>
          <a:r>
            <a:rPr lang="en-US" sz="2000" dirty="0">
              <a:solidFill>
                <a:schemeClr val="bg1"/>
              </a:solidFill>
            </a:rPr>
            <a:t> (</a:t>
          </a:r>
          <a:r>
            <a:rPr lang="en-US" sz="2000" dirty="0" err="1">
              <a:solidFill>
                <a:schemeClr val="bg1"/>
              </a:solidFill>
            </a:rPr>
            <a:t>Altfeld</a:t>
          </a:r>
          <a:r>
            <a:rPr lang="en-US" sz="2000" dirty="0">
              <a:solidFill>
                <a:schemeClr val="bg1"/>
              </a:solidFill>
            </a:rPr>
            <a:t> &amp; Pinchbeck, 2013)</a:t>
          </a:r>
        </a:p>
      </dgm:t>
    </dgm:pt>
    <dgm:pt modelId="{92DA3B16-24D8-4A1F-A733-4A802806D44E}" type="parTrans" cxnId="{3EC2341B-9356-469B-9EC9-0A096A354DEF}">
      <dgm:prSet/>
      <dgm:spPr/>
      <dgm:t>
        <a:bodyPr/>
        <a:lstStyle/>
        <a:p>
          <a:endParaRPr lang="en-US"/>
        </a:p>
      </dgm:t>
    </dgm:pt>
    <dgm:pt modelId="{E48F0AC3-8340-44FD-BFFE-B7A47CEF08F2}" type="sibTrans" cxnId="{3EC2341B-9356-469B-9EC9-0A096A354DEF}">
      <dgm:prSet/>
      <dgm:spPr/>
      <dgm:t>
        <a:bodyPr/>
        <a:lstStyle/>
        <a:p>
          <a:endParaRPr lang="en-US"/>
        </a:p>
      </dgm:t>
    </dgm:pt>
    <dgm:pt modelId="{840C81DE-74A6-4468-86F6-6887DD1D8E53}">
      <dgm:prSet custT="1"/>
      <dgm:spPr/>
      <dgm:t>
        <a:bodyPr/>
        <a:lstStyle/>
        <a:p>
          <a:r>
            <a:rPr lang="en-US" sz="2000" dirty="0">
              <a:solidFill>
                <a:schemeClr val="bg1"/>
              </a:solidFill>
            </a:rPr>
            <a:t>Door </a:t>
          </a:r>
          <a:r>
            <a:rPr lang="en-US" sz="2000" dirty="0" err="1">
              <a:solidFill>
                <a:schemeClr val="bg1"/>
              </a:solidFill>
            </a:rPr>
            <a:t>verandering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gaseigenschappen</a:t>
          </a:r>
          <a:endParaRPr lang="en-US" sz="2000" dirty="0">
            <a:solidFill>
              <a:schemeClr val="bg1"/>
            </a:solidFill>
          </a:endParaRPr>
        </a:p>
      </dgm:t>
    </dgm:pt>
    <dgm:pt modelId="{21D5A7B1-9E95-4485-A2FD-9E13B8E3864C}" type="parTrans" cxnId="{26A6B0F8-CC94-477B-BBA2-FBDA305D45AB}">
      <dgm:prSet/>
      <dgm:spPr/>
      <dgm:t>
        <a:bodyPr/>
        <a:lstStyle/>
        <a:p>
          <a:endParaRPr lang="en-US"/>
        </a:p>
      </dgm:t>
    </dgm:pt>
    <dgm:pt modelId="{6C7C6BE3-A854-487C-A101-9127CB62E334}" type="sibTrans" cxnId="{26A6B0F8-CC94-477B-BBA2-FBDA305D45AB}">
      <dgm:prSet/>
      <dgm:spPr/>
      <dgm:t>
        <a:bodyPr/>
        <a:lstStyle/>
        <a:p>
          <a:endParaRPr lang="en-US"/>
        </a:p>
      </dgm:t>
    </dgm:pt>
    <dgm:pt modelId="{DE924084-BBE8-46A9-B239-1C52355A2B6A}">
      <dgm:prSet custT="1"/>
      <dgm:spPr/>
      <dgm:t>
        <a:bodyPr/>
        <a:lstStyle/>
        <a:p>
          <a:r>
            <a:rPr lang="en-US" sz="3200" dirty="0"/>
            <a:t>20% </a:t>
          </a:r>
          <a:r>
            <a:rPr lang="en-US" sz="3200" dirty="0" err="1"/>
            <a:t>maximale</a:t>
          </a:r>
          <a:r>
            <a:rPr lang="en-US" sz="3200" dirty="0"/>
            <a:t> </a:t>
          </a:r>
          <a:r>
            <a:rPr lang="en-US" sz="3200" dirty="0" err="1"/>
            <a:t>injectie</a:t>
          </a:r>
          <a:endParaRPr lang="en-US" sz="3200" dirty="0"/>
        </a:p>
      </dgm:t>
    </dgm:pt>
    <dgm:pt modelId="{C6F2C9A2-BC8B-4A2F-B2DF-469CB3F4F4DD}" type="parTrans" cxnId="{5A4DE7F3-800F-4E98-BCDD-4E83C2A99C8F}">
      <dgm:prSet/>
      <dgm:spPr/>
      <dgm:t>
        <a:bodyPr/>
        <a:lstStyle/>
        <a:p>
          <a:endParaRPr lang="en-US"/>
        </a:p>
      </dgm:t>
    </dgm:pt>
    <dgm:pt modelId="{34838D7C-3270-4D5D-9843-20D226080857}" type="sibTrans" cxnId="{5A4DE7F3-800F-4E98-BCDD-4E83C2A99C8F}">
      <dgm:prSet/>
      <dgm:spPr/>
      <dgm:t>
        <a:bodyPr/>
        <a:lstStyle/>
        <a:p>
          <a:endParaRPr lang="en-US"/>
        </a:p>
      </dgm:t>
    </dgm:pt>
    <dgm:pt modelId="{9A568234-3EDC-4507-8849-24749C7F0C29}">
      <dgm:prSet custT="1"/>
      <dgm:spPr/>
      <dgm:t>
        <a:bodyPr/>
        <a:lstStyle/>
        <a:p>
          <a:r>
            <a:rPr lang="en-US" sz="2000" dirty="0" err="1">
              <a:solidFill>
                <a:schemeClr val="bg1"/>
              </a:solidFill>
            </a:rPr>
            <a:t>Bovengrens</a:t>
          </a:r>
          <a:r>
            <a:rPr lang="en-US" sz="2000" dirty="0">
              <a:solidFill>
                <a:schemeClr val="bg1"/>
              </a:solidFill>
            </a:rPr>
            <a:t> correct </a:t>
          </a:r>
          <a:r>
            <a:rPr lang="en-US" sz="2000" dirty="0" err="1">
              <a:solidFill>
                <a:schemeClr val="bg1"/>
              </a:solidFill>
            </a:rPr>
            <a:t>functioneren</a:t>
          </a:r>
          <a:r>
            <a:rPr lang="en-US" sz="2000" dirty="0">
              <a:solidFill>
                <a:schemeClr val="bg1"/>
              </a:solidFill>
            </a:rPr>
            <a:t> </a:t>
          </a:r>
          <a:r>
            <a:rPr lang="en-US" sz="2000" dirty="0" err="1">
              <a:solidFill>
                <a:schemeClr val="bg1"/>
              </a:solidFill>
            </a:rPr>
            <a:t>huisdrukregelaars</a:t>
          </a:r>
          <a:r>
            <a:rPr lang="en-US" sz="2000" dirty="0">
              <a:solidFill>
                <a:schemeClr val="bg1"/>
              </a:solidFill>
            </a:rPr>
            <a:t> (</a:t>
          </a:r>
          <a:r>
            <a:rPr lang="en-US" sz="2000" dirty="0" err="1">
              <a:solidFill>
                <a:schemeClr val="bg1"/>
              </a:solidFill>
            </a:rPr>
            <a:t>Kiwa</a:t>
          </a:r>
          <a:r>
            <a:rPr lang="en-US" sz="2000" dirty="0">
              <a:solidFill>
                <a:schemeClr val="bg1"/>
              </a:solidFill>
            </a:rPr>
            <a:t>, 2020)</a:t>
          </a:r>
        </a:p>
      </dgm:t>
    </dgm:pt>
    <dgm:pt modelId="{A70ADBBA-0468-42FF-A974-D46E9CC3C9CC}" type="parTrans" cxnId="{10862A54-0F9B-49A9-8293-00D06246A763}">
      <dgm:prSet/>
      <dgm:spPr/>
      <dgm:t>
        <a:bodyPr/>
        <a:lstStyle/>
        <a:p>
          <a:endParaRPr lang="en-US"/>
        </a:p>
      </dgm:t>
    </dgm:pt>
    <dgm:pt modelId="{CA5D7202-FE1D-40E8-81DE-84329501469F}" type="sibTrans" cxnId="{10862A54-0F9B-49A9-8293-00D06246A763}">
      <dgm:prSet/>
      <dgm:spPr/>
      <dgm:t>
        <a:bodyPr/>
        <a:lstStyle/>
        <a:p>
          <a:endParaRPr lang="en-US"/>
        </a:p>
      </dgm:t>
    </dgm:pt>
    <dgm:pt modelId="{41EB3504-B5F1-4E8E-AA7D-60AF2106BE0B}" type="pres">
      <dgm:prSet presAssocID="{8ABE2C25-347F-4A69-B294-999339969F99}" presName="Name0" presStyleCnt="0">
        <dgm:presLayoutVars>
          <dgm:dir/>
          <dgm:animLvl val="lvl"/>
          <dgm:resizeHandles val="exact"/>
        </dgm:presLayoutVars>
      </dgm:prSet>
      <dgm:spPr/>
    </dgm:pt>
    <dgm:pt modelId="{3C52316D-0800-456F-A589-4A906214EBA5}" type="pres">
      <dgm:prSet presAssocID="{310B2325-8D81-4F08-8F33-F349CF3D784B}" presName="linNode" presStyleCnt="0"/>
      <dgm:spPr/>
    </dgm:pt>
    <dgm:pt modelId="{6AD3D028-CC26-48D8-B544-4CD6B2046634}" type="pres">
      <dgm:prSet presAssocID="{310B2325-8D81-4F08-8F33-F349CF3D784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F6719E6-5A25-4589-AB51-41AD42874ACE}" type="pres">
      <dgm:prSet presAssocID="{310B2325-8D81-4F08-8F33-F349CF3D784B}" presName="descendantText" presStyleLbl="alignAccFollowNode1" presStyleIdx="0" presStyleCnt="3">
        <dgm:presLayoutVars>
          <dgm:bulletEnabled val="1"/>
        </dgm:presLayoutVars>
      </dgm:prSet>
      <dgm:spPr/>
    </dgm:pt>
    <dgm:pt modelId="{89D1F56D-4D95-41C1-9D04-4C42D15FEE77}" type="pres">
      <dgm:prSet presAssocID="{4E8D9DCE-70A5-4123-AFF4-0DECE93ACB03}" presName="sp" presStyleCnt="0"/>
      <dgm:spPr/>
    </dgm:pt>
    <dgm:pt modelId="{FFD7E8BD-2BE1-4A79-829B-CF1F3DB5F2BC}" type="pres">
      <dgm:prSet presAssocID="{174B0242-58C4-4963-89E8-CA9FA26F4A02}" presName="linNode" presStyleCnt="0"/>
      <dgm:spPr/>
    </dgm:pt>
    <dgm:pt modelId="{FC77D68E-D77A-43B0-8D20-42DEEE594B2D}" type="pres">
      <dgm:prSet presAssocID="{174B0242-58C4-4963-89E8-CA9FA26F4A0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3C235B2-4B46-46D5-853F-67252122590E}" type="pres">
      <dgm:prSet presAssocID="{174B0242-58C4-4963-89E8-CA9FA26F4A02}" presName="descendantText" presStyleLbl="alignAccFollowNode1" presStyleIdx="1" presStyleCnt="3">
        <dgm:presLayoutVars>
          <dgm:bulletEnabled val="1"/>
        </dgm:presLayoutVars>
      </dgm:prSet>
      <dgm:spPr/>
    </dgm:pt>
    <dgm:pt modelId="{A7BCB208-8CBF-4FBC-AF20-AF6479F2AAC4}" type="pres">
      <dgm:prSet presAssocID="{81EA6D39-C66F-46D4-B169-8A33E94F8A71}" presName="sp" presStyleCnt="0"/>
      <dgm:spPr/>
    </dgm:pt>
    <dgm:pt modelId="{15309D72-A4FA-40DA-A97E-507518C6BFBB}" type="pres">
      <dgm:prSet presAssocID="{DE924084-BBE8-46A9-B239-1C52355A2B6A}" presName="linNode" presStyleCnt="0"/>
      <dgm:spPr/>
    </dgm:pt>
    <dgm:pt modelId="{F5A4BD39-E98E-4AEA-8065-A82462178C69}" type="pres">
      <dgm:prSet presAssocID="{DE924084-BBE8-46A9-B239-1C52355A2B6A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D093598-F81A-425D-8901-89C4AF670AB0}" type="pres">
      <dgm:prSet presAssocID="{DE924084-BBE8-46A9-B239-1C52355A2B6A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EC2341B-9356-469B-9EC9-0A096A354DEF}" srcId="{174B0242-58C4-4963-89E8-CA9FA26F4A02}" destId="{CD5C4E02-6693-493F-B2DB-5456D2387B3E}" srcOrd="0" destOrd="0" parTransId="{92DA3B16-24D8-4A1F-A733-4A802806D44E}" sibTransId="{E48F0AC3-8340-44FD-BFFE-B7A47CEF08F2}"/>
    <dgm:cxn modelId="{C906AE1E-E0FA-4A64-BE6C-6A6651989B24}" type="presOf" srcId="{9A568234-3EDC-4507-8849-24749C7F0C29}" destId="{DD093598-F81A-425D-8901-89C4AF670AB0}" srcOrd="0" destOrd="0" presId="urn:microsoft.com/office/officeart/2005/8/layout/vList5"/>
    <dgm:cxn modelId="{F092B62D-DA53-4DA9-A72B-E42814FB96BF}" srcId="{8ABE2C25-347F-4A69-B294-999339969F99}" destId="{174B0242-58C4-4963-89E8-CA9FA26F4A02}" srcOrd="1" destOrd="0" parTransId="{D4365D97-86E3-471B-8E2D-98CB8558417C}" sibTransId="{81EA6D39-C66F-46D4-B169-8A33E94F8A71}"/>
    <dgm:cxn modelId="{C0E6734B-92FC-4B41-AC28-43804DB5F4B8}" type="presOf" srcId="{174B0242-58C4-4963-89E8-CA9FA26F4A02}" destId="{FC77D68E-D77A-43B0-8D20-42DEEE594B2D}" srcOrd="0" destOrd="0" presId="urn:microsoft.com/office/officeart/2005/8/layout/vList5"/>
    <dgm:cxn modelId="{D2A19D4D-437D-455D-BE9D-D32E2E1A2224}" type="presOf" srcId="{310B2325-8D81-4F08-8F33-F349CF3D784B}" destId="{6AD3D028-CC26-48D8-B544-4CD6B2046634}" srcOrd="0" destOrd="0" presId="urn:microsoft.com/office/officeart/2005/8/layout/vList5"/>
    <dgm:cxn modelId="{42B3D74D-A4AC-4015-8941-B94DC5B5644B}" type="presOf" srcId="{DE924084-BBE8-46A9-B239-1C52355A2B6A}" destId="{F5A4BD39-E98E-4AEA-8065-A82462178C69}" srcOrd="0" destOrd="0" presId="urn:microsoft.com/office/officeart/2005/8/layout/vList5"/>
    <dgm:cxn modelId="{10862A54-0F9B-49A9-8293-00D06246A763}" srcId="{DE924084-BBE8-46A9-B239-1C52355A2B6A}" destId="{9A568234-3EDC-4507-8849-24749C7F0C29}" srcOrd="0" destOrd="0" parTransId="{A70ADBBA-0468-42FF-A974-D46E9CC3C9CC}" sibTransId="{CA5D7202-FE1D-40E8-81DE-84329501469F}"/>
    <dgm:cxn modelId="{2E8ABF91-2A26-4473-ACFD-0541C1DC75C3}" type="presOf" srcId="{840C81DE-74A6-4468-86F6-6887DD1D8E53}" destId="{23C235B2-4B46-46D5-853F-67252122590E}" srcOrd="0" destOrd="1" presId="urn:microsoft.com/office/officeart/2005/8/layout/vList5"/>
    <dgm:cxn modelId="{07F34FAC-539E-46C4-872B-BC339CEBACFF}" type="presOf" srcId="{8ABE2C25-347F-4A69-B294-999339969F99}" destId="{41EB3504-B5F1-4E8E-AA7D-60AF2106BE0B}" srcOrd="0" destOrd="0" presId="urn:microsoft.com/office/officeart/2005/8/layout/vList5"/>
    <dgm:cxn modelId="{062713B3-6647-4311-B0BE-47097BE6D5A0}" type="presOf" srcId="{CBAD7ABF-8861-4FB4-8962-07B8E2D04DF2}" destId="{CF6719E6-5A25-4589-AB51-41AD42874ACE}" srcOrd="0" destOrd="0" presId="urn:microsoft.com/office/officeart/2005/8/layout/vList5"/>
    <dgm:cxn modelId="{8ED076BC-440B-4684-8D60-402F8DBB1C83}" type="presOf" srcId="{CD5C4E02-6693-493F-B2DB-5456D2387B3E}" destId="{23C235B2-4B46-46D5-853F-67252122590E}" srcOrd="0" destOrd="0" presId="urn:microsoft.com/office/officeart/2005/8/layout/vList5"/>
    <dgm:cxn modelId="{B55E3AC8-D766-4A12-A4EF-809BF3D39049}" srcId="{8ABE2C25-347F-4A69-B294-999339969F99}" destId="{310B2325-8D81-4F08-8F33-F349CF3D784B}" srcOrd="0" destOrd="0" parTransId="{BC29B857-00FF-427A-91AD-8B44E0581A0A}" sibTransId="{4E8D9DCE-70A5-4123-AFF4-0DECE93ACB03}"/>
    <dgm:cxn modelId="{01B915D9-FD58-4095-A08C-B28338F445A9}" srcId="{310B2325-8D81-4F08-8F33-F349CF3D784B}" destId="{CBAD7ABF-8861-4FB4-8962-07B8E2D04DF2}" srcOrd="0" destOrd="0" parTransId="{B7E7BDDE-69EC-42B6-8134-6295D5CF8BFE}" sibTransId="{C258BCD0-4F84-4590-8432-6098C24AE8A7}"/>
    <dgm:cxn modelId="{5A4DE7F3-800F-4E98-BCDD-4E83C2A99C8F}" srcId="{8ABE2C25-347F-4A69-B294-999339969F99}" destId="{DE924084-BBE8-46A9-B239-1C52355A2B6A}" srcOrd="2" destOrd="0" parTransId="{C6F2C9A2-BC8B-4A2F-B2DF-469CB3F4F4DD}" sibTransId="{34838D7C-3270-4D5D-9843-20D226080857}"/>
    <dgm:cxn modelId="{26A6B0F8-CC94-477B-BBA2-FBDA305D45AB}" srcId="{CD5C4E02-6693-493F-B2DB-5456D2387B3E}" destId="{840C81DE-74A6-4468-86F6-6887DD1D8E53}" srcOrd="0" destOrd="0" parTransId="{21D5A7B1-9E95-4485-A2FD-9E13B8E3864C}" sibTransId="{6C7C6BE3-A854-487C-A101-9127CB62E334}"/>
    <dgm:cxn modelId="{56C7D55A-51CD-4FF4-8E32-D20A9D8FD123}" type="presParOf" srcId="{41EB3504-B5F1-4E8E-AA7D-60AF2106BE0B}" destId="{3C52316D-0800-456F-A589-4A906214EBA5}" srcOrd="0" destOrd="0" presId="urn:microsoft.com/office/officeart/2005/8/layout/vList5"/>
    <dgm:cxn modelId="{B7D7D0EF-8C7A-4E5A-91A6-CF6BF0B4703E}" type="presParOf" srcId="{3C52316D-0800-456F-A589-4A906214EBA5}" destId="{6AD3D028-CC26-48D8-B544-4CD6B2046634}" srcOrd="0" destOrd="0" presId="urn:microsoft.com/office/officeart/2005/8/layout/vList5"/>
    <dgm:cxn modelId="{9BB6418F-27AB-4520-A846-23A218E6EE78}" type="presParOf" srcId="{3C52316D-0800-456F-A589-4A906214EBA5}" destId="{CF6719E6-5A25-4589-AB51-41AD42874ACE}" srcOrd="1" destOrd="0" presId="urn:microsoft.com/office/officeart/2005/8/layout/vList5"/>
    <dgm:cxn modelId="{2D231493-0917-4420-A237-84F124FD3922}" type="presParOf" srcId="{41EB3504-B5F1-4E8E-AA7D-60AF2106BE0B}" destId="{89D1F56D-4D95-41C1-9D04-4C42D15FEE77}" srcOrd="1" destOrd="0" presId="urn:microsoft.com/office/officeart/2005/8/layout/vList5"/>
    <dgm:cxn modelId="{F82E6A97-4339-430D-BDED-B858F31770C1}" type="presParOf" srcId="{41EB3504-B5F1-4E8E-AA7D-60AF2106BE0B}" destId="{FFD7E8BD-2BE1-4A79-829B-CF1F3DB5F2BC}" srcOrd="2" destOrd="0" presId="urn:microsoft.com/office/officeart/2005/8/layout/vList5"/>
    <dgm:cxn modelId="{0E49DA96-A24C-4033-925D-8BA111E86034}" type="presParOf" srcId="{FFD7E8BD-2BE1-4A79-829B-CF1F3DB5F2BC}" destId="{FC77D68E-D77A-43B0-8D20-42DEEE594B2D}" srcOrd="0" destOrd="0" presId="urn:microsoft.com/office/officeart/2005/8/layout/vList5"/>
    <dgm:cxn modelId="{6C859C77-77FD-44BA-B955-CCBD5F1231DE}" type="presParOf" srcId="{FFD7E8BD-2BE1-4A79-829B-CF1F3DB5F2BC}" destId="{23C235B2-4B46-46D5-853F-67252122590E}" srcOrd="1" destOrd="0" presId="urn:microsoft.com/office/officeart/2005/8/layout/vList5"/>
    <dgm:cxn modelId="{EACD0AD1-DBD4-456A-922E-9B118528C96C}" type="presParOf" srcId="{41EB3504-B5F1-4E8E-AA7D-60AF2106BE0B}" destId="{A7BCB208-8CBF-4FBC-AF20-AF6479F2AAC4}" srcOrd="3" destOrd="0" presId="urn:microsoft.com/office/officeart/2005/8/layout/vList5"/>
    <dgm:cxn modelId="{C190FBC1-6965-46C8-BA22-D99DE03BDB9E}" type="presParOf" srcId="{41EB3504-B5F1-4E8E-AA7D-60AF2106BE0B}" destId="{15309D72-A4FA-40DA-A97E-507518C6BFBB}" srcOrd="4" destOrd="0" presId="urn:microsoft.com/office/officeart/2005/8/layout/vList5"/>
    <dgm:cxn modelId="{73195BC9-7A51-479A-9375-57C5A1243CE7}" type="presParOf" srcId="{15309D72-A4FA-40DA-A97E-507518C6BFBB}" destId="{F5A4BD39-E98E-4AEA-8065-A82462178C69}" srcOrd="0" destOrd="0" presId="urn:microsoft.com/office/officeart/2005/8/layout/vList5"/>
    <dgm:cxn modelId="{721B708A-1873-46C0-9B68-2ECF528B54AC}" type="presParOf" srcId="{15309D72-A4FA-40DA-A97E-507518C6BFBB}" destId="{DD093598-F81A-425D-8901-89C4AF670AB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A9027E-49E2-4B2B-BA22-60AC2482849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AE870F-4EBE-457A-B89B-FF08734FDB2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 err="1"/>
            <a:t>Vereiste</a:t>
          </a:r>
          <a:r>
            <a:rPr lang="en-US" sz="2000" dirty="0"/>
            <a:t> </a:t>
          </a:r>
          <a:r>
            <a:rPr lang="en-US" sz="2000" dirty="0" err="1"/>
            <a:t>capacteit</a:t>
          </a:r>
          <a:r>
            <a:rPr lang="en-US" sz="2000" dirty="0"/>
            <a:t> </a:t>
          </a:r>
          <a:r>
            <a:rPr lang="en-US" sz="2000" dirty="0" err="1"/>
            <a:t>waterstofopslag</a:t>
          </a:r>
          <a:r>
            <a:rPr lang="en-US" sz="2000" dirty="0"/>
            <a:t> (kg </a:t>
          </a:r>
          <a:r>
            <a:rPr lang="en-US" sz="2000" dirty="0" err="1"/>
            <a:t>waterstof</a:t>
          </a:r>
          <a:r>
            <a:rPr lang="en-US" sz="2000" dirty="0"/>
            <a:t>)</a:t>
          </a:r>
        </a:p>
      </dgm:t>
    </dgm:pt>
    <dgm:pt modelId="{B725C9CC-284A-4A37-92BC-FAB994BECA65}" type="parTrans" cxnId="{BA049DF0-544C-4693-A3C0-E559B837B8C0}">
      <dgm:prSet/>
      <dgm:spPr/>
      <dgm:t>
        <a:bodyPr/>
        <a:lstStyle/>
        <a:p>
          <a:endParaRPr lang="en-US"/>
        </a:p>
      </dgm:t>
    </dgm:pt>
    <dgm:pt modelId="{61A1FB8C-C430-4CB3-BE87-744D14E02966}" type="sibTrans" cxnId="{BA049DF0-544C-4693-A3C0-E559B837B8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FA27DA-926B-4E5B-91C7-A865450F88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Percentage </a:t>
          </a:r>
          <a:r>
            <a:rPr lang="en-US" sz="2000" dirty="0" err="1"/>
            <a:t>opwek</a:t>
          </a:r>
          <a:r>
            <a:rPr lang="en-US" sz="2000" dirty="0"/>
            <a:t> </a:t>
          </a:r>
          <a:r>
            <a:rPr lang="en-US" sz="2000" dirty="0" err="1"/>
            <a:t>zon+wind</a:t>
          </a:r>
          <a:r>
            <a:rPr lang="en-US" sz="2000" dirty="0"/>
            <a:t> </a:t>
          </a:r>
          <a:r>
            <a:rPr lang="en-US" sz="2000" dirty="0" err="1"/>
            <a:t>dat</a:t>
          </a:r>
          <a:r>
            <a:rPr lang="en-US" sz="2000" dirty="0"/>
            <a:t> de </a:t>
          </a:r>
          <a:r>
            <a:rPr lang="en-US" sz="2000" dirty="0" err="1"/>
            <a:t>opslag</a:t>
          </a:r>
          <a:r>
            <a:rPr lang="en-US" sz="2000" dirty="0"/>
            <a:t> </a:t>
          </a:r>
          <a:r>
            <a:rPr lang="en-US" sz="2000" dirty="0" err="1"/>
            <a:t>bereikt</a:t>
          </a:r>
          <a:r>
            <a:rPr lang="en-US" sz="2000" dirty="0"/>
            <a:t> (%)</a:t>
          </a:r>
        </a:p>
      </dgm:t>
    </dgm:pt>
    <dgm:pt modelId="{245D9E8E-27BB-4CD4-93DC-EC617D8E6B5F}" type="parTrans" cxnId="{78ACDDAF-833F-48B5-951F-47210D89AFB1}">
      <dgm:prSet/>
      <dgm:spPr/>
      <dgm:t>
        <a:bodyPr/>
        <a:lstStyle/>
        <a:p>
          <a:endParaRPr lang="en-US"/>
        </a:p>
      </dgm:t>
    </dgm:pt>
    <dgm:pt modelId="{11FDA829-EF9B-477F-AAE1-4C5C68790D46}" type="sibTrans" cxnId="{78ACDDAF-833F-48B5-951F-47210D89AF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6F1D16-95A4-4529-AB84-B14A024F2C3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Volume </a:t>
          </a:r>
          <a:r>
            <a:rPr lang="en-US" sz="2000" dirty="0" err="1"/>
            <a:t>waterstof</a:t>
          </a:r>
          <a:r>
            <a:rPr lang="en-US" sz="2000" dirty="0"/>
            <a:t> </a:t>
          </a:r>
          <a:r>
            <a:rPr lang="en-US" sz="2000" dirty="0" err="1"/>
            <a:t>dat</a:t>
          </a:r>
          <a:r>
            <a:rPr lang="en-US" sz="2000" dirty="0"/>
            <a:t> </a:t>
          </a:r>
          <a:r>
            <a:rPr lang="en-US" sz="2000" dirty="0" err="1"/>
            <a:t>geïnjecteerd</a:t>
          </a:r>
          <a:r>
            <a:rPr lang="en-US" sz="2000" dirty="0"/>
            <a:t> </a:t>
          </a:r>
          <a:r>
            <a:rPr lang="en-US" sz="2000" dirty="0" err="1"/>
            <a:t>wordt</a:t>
          </a:r>
          <a:r>
            <a:rPr lang="en-US" sz="2000" dirty="0"/>
            <a:t> (kg </a:t>
          </a:r>
          <a:r>
            <a:rPr lang="en-US" sz="2000" dirty="0" err="1"/>
            <a:t>waterstof</a:t>
          </a:r>
          <a:r>
            <a:rPr lang="en-US" sz="2000" dirty="0"/>
            <a:t>)</a:t>
          </a:r>
        </a:p>
      </dgm:t>
    </dgm:pt>
    <dgm:pt modelId="{4A30FDCD-3BA9-4666-A347-36B71FA23CB0}" type="parTrans" cxnId="{3F4C8913-78B5-4BD5-BB64-62F98EB8F332}">
      <dgm:prSet/>
      <dgm:spPr/>
      <dgm:t>
        <a:bodyPr/>
        <a:lstStyle/>
        <a:p>
          <a:endParaRPr lang="en-US"/>
        </a:p>
      </dgm:t>
    </dgm:pt>
    <dgm:pt modelId="{DCACC9BE-16FB-4FE4-AD43-61FB3CD173CE}" type="sibTrans" cxnId="{3F4C8913-78B5-4BD5-BB64-62F98EB8F3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4A159D-DA27-492D-A9EC-89FAE189F91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Percentage </a:t>
          </a:r>
          <a:r>
            <a:rPr lang="en-US" sz="2000" dirty="0" err="1"/>
            <a:t>opwek</a:t>
          </a:r>
          <a:r>
            <a:rPr lang="en-US" sz="2000" dirty="0"/>
            <a:t> </a:t>
          </a:r>
          <a:r>
            <a:rPr lang="en-US" sz="2000" dirty="0" err="1"/>
            <a:t>zon+wind</a:t>
          </a:r>
          <a:r>
            <a:rPr lang="en-US" sz="2000" dirty="0"/>
            <a:t> </a:t>
          </a:r>
          <a:r>
            <a:rPr lang="en-US" sz="2000" dirty="0" err="1"/>
            <a:t>dat</a:t>
          </a:r>
          <a:r>
            <a:rPr lang="en-US" sz="2000" dirty="0"/>
            <a:t> </a:t>
          </a:r>
          <a:r>
            <a:rPr lang="en-US" sz="2000" dirty="0" err="1"/>
            <a:t>geïnjecteerd</a:t>
          </a:r>
          <a:r>
            <a:rPr lang="en-US" sz="2000" dirty="0"/>
            <a:t> </a:t>
          </a:r>
          <a:r>
            <a:rPr lang="en-US" sz="2000" dirty="0" err="1"/>
            <a:t>wordt</a:t>
          </a:r>
          <a:r>
            <a:rPr lang="en-US" sz="2000" dirty="0"/>
            <a:t> (%)</a:t>
          </a:r>
        </a:p>
      </dgm:t>
    </dgm:pt>
    <dgm:pt modelId="{6AFD2297-92A1-4A94-8D8B-0FDE3417E0F3}" type="parTrans" cxnId="{2DC96054-DA4A-48D8-A7CA-77EF755E031D}">
      <dgm:prSet/>
      <dgm:spPr/>
      <dgm:t>
        <a:bodyPr/>
        <a:lstStyle/>
        <a:p>
          <a:endParaRPr lang="en-US"/>
        </a:p>
      </dgm:t>
    </dgm:pt>
    <dgm:pt modelId="{5ABDEA9D-F4D9-4E61-BF62-C49E2C71D6E6}" type="sibTrans" cxnId="{2DC96054-DA4A-48D8-A7CA-77EF755E031D}">
      <dgm:prSet/>
      <dgm:spPr/>
      <dgm:t>
        <a:bodyPr/>
        <a:lstStyle/>
        <a:p>
          <a:endParaRPr lang="en-US"/>
        </a:p>
      </dgm:t>
    </dgm:pt>
    <dgm:pt modelId="{231E950F-B9D2-40A7-BDA9-1327B84FDC5D}" type="pres">
      <dgm:prSet presAssocID="{EFA9027E-49E2-4B2B-BA22-60AC2482849F}" presName="linear" presStyleCnt="0">
        <dgm:presLayoutVars>
          <dgm:animLvl val="lvl"/>
          <dgm:resizeHandles val="exact"/>
        </dgm:presLayoutVars>
      </dgm:prSet>
      <dgm:spPr/>
    </dgm:pt>
    <dgm:pt modelId="{CEEB7E2A-AA91-481A-A78F-792FE5A88646}" type="pres">
      <dgm:prSet presAssocID="{8AAE870F-4EBE-457A-B89B-FF08734FDB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106736-337E-4DA6-8EF3-3C4B21A9FDC1}" type="pres">
      <dgm:prSet presAssocID="{61A1FB8C-C430-4CB3-BE87-744D14E02966}" presName="spacer" presStyleCnt="0"/>
      <dgm:spPr/>
    </dgm:pt>
    <dgm:pt modelId="{99162DD3-6909-4A5A-A1CF-486D082B9D70}" type="pres">
      <dgm:prSet presAssocID="{31FA27DA-926B-4E5B-91C7-A865450F88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D3C7CD-029E-4321-B073-2E8C3FEAF095}" type="pres">
      <dgm:prSet presAssocID="{11FDA829-EF9B-477F-AAE1-4C5C68790D46}" presName="spacer" presStyleCnt="0"/>
      <dgm:spPr/>
    </dgm:pt>
    <dgm:pt modelId="{F85B7608-9AB0-440F-A6E4-D67BD5356176}" type="pres">
      <dgm:prSet presAssocID="{506F1D16-95A4-4529-AB84-B14A024F2C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85053BD-573B-443A-ACF4-647E77135859}" type="pres">
      <dgm:prSet presAssocID="{DCACC9BE-16FB-4FE4-AD43-61FB3CD173CE}" presName="spacer" presStyleCnt="0"/>
      <dgm:spPr/>
    </dgm:pt>
    <dgm:pt modelId="{950A21DE-D289-44E1-966E-09E10B8956AF}" type="pres">
      <dgm:prSet presAssocID="{BD4A159D-DA27-492D-A9EC-89FAE189F9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702A06-A3C9-468F-A028-797B89A9F1D0}" type="presOf" srcId="{BD4A159D-DA27-492D-A9EC-89FAE189F916}" destId="{950A21DE-D289-44E1-966E-09E10B8956AF}" srcOrd="0" destOrd="0" presId="urn:microsoft.com/office/officeart/2005/8/layout/vList2"/>
    <dgm:cxn modelId="{3F4C8913-78B5-4BD5-BB64-62F98EB8F332}" srcId="{EFA9027E-49E2-4B2B-BA22-60AC2482849F}" destId="{506F1D16-95A4-4529-AB84-B14A024F2C39}" srcOrd="2" destOrd="0" parTransId="{4A30FDCD-3BA9-4666-A347-36B71FA23CB0}" sibTransId="{DCACC9BE-16FB-4FE4-AD43-61FB3CD173CE}"/>
    <dgm:cxn modelId="{02D8F63B-BEB5-4BE9-BE61-98BACA58FB6D}" type="presOf" srcId="{506F1D16-95A4-4529-AB84-B14A024F2C39}" destId="{F85B7608-9AB0-440F-A6E4-D67BD5356176}" srcOrd="0" destOrd="0" presId="urn:microsoft.com/office/officeart/2005/8/layout/vList2"/>
    <dgm:cxn modelId="{2DC96054-DA4A-48D8-A7CA-77EF755E031D}" srcId="{EFA9027E-49E2-4B2B-BA22-60AC2482849F}" destId="{BD4A159D-DA27-492D-A9EC-89FAE189F916}" srcOrd="3" destOrd="0" parTransId="{6AFD2297-92A1-4A94-8D8B-0FDE3417E0F3}" sibTransId="{5ABDEA9D-F4D9-4E61-BF62-C49E2C71D6E6}"/>
    <dgm:cxn modelId="{78ACDDAF-833F-48B5-951F-47210D89AFB1}" srcId="{EFA9027E-49E2-4B2B-BA22-60AC2482849F}" destId="{31FA27DA-926B-4E5B-91C7-A865450F881B}" srcOrd="1" destOrd="0" parTransId="{245D9E8E-27BB-4CD4-93DC-EC617D8E6B5F}" sibTransId="{11FDA829-EF9B-477F-AAE1-4C5C68790D46}"/>
    <dgm:cxn modelId="{E589ECC4-956F-4715-94CA-2F992E71881D}" type="presOf" srcId="{EFA9027E-49E2-4B2B-BA22-60AC2482849F}" destId="{231E950F-B9D2-40A7-BDA9-1327B84FDC5D}" srcOrd="0" destOrd="0" presId="urn:microsoft.com/office/officeart/2005/8/layout/vList2"/>
    <dgm:cxn modelId="{926497DC-332C-4EDD-8F6E-16A04032CBA4}" type="presOf" srcId="{8AAE870F-4EBE-457A-B89B-FF08734FDB25}" destId="{CEEB7E2A-AA91-481A-A78F-792FE5A88646}" srcOrd="0" destOrd="0" presId="urn:microsoft.com/office/officeart/2005/8/layout/vList2"/>
    <dgm:cxn modelId="{FE31C4EB-3E91-43D5-8874-51C1FEEA8250}" type="presOf" srcId="{31FA27DA-926B-4E5B-91C7-A865450F881B}" destId="{99162DD3-6909-4A5A-A1CF-486D082B9D70}" srcOrd="0" destOrd="0" presId="urn:microsoft.com/office/officeart/2005/8/layout/vList2"/>
    <dgm:cxn modelId="{BA049DF0-544C-4693-A3C0-E559B837B8C0}" srcId="{EFA9027E-49E2-4B2B-BA22-60AC2482849F}" destId="{8AAE870F-4EBE-457A-B89B-FF08734FDB25}" srcOrd="0" destOrd="0" parTransId="{B725C9CC-284A-4A37-92BC-FAB994BECA65}" sibTransId="{61A1FB8C-C430-4CB3-BE87-744D14E02966}"/>
    <dgm:cxn modelId="{6C59DAD7-1741-4414-842C-C79B9EC9F220}" type="presParOf" srcId="{231E950F-B9D2-40A7-BDA9-1327B84FDC5D}" destId="{CEEB7E2A-AA91-481A-A78F-792FE5A88646}" srcOrd="0" destOrd="0" presId="urn:microsoft.com/office/officeart/2005/8/layout/vList2"/>
    <dgm:cxn modelId="{8A2269B5-E186-405D-85C2-7EAD6559BAF3}" type="presParOf" srcId="{231E950F-B9D2-40A7-BDA9-1327B84FDC5D}" destId="{8E106736-337E-4DA6-8EF3-3C4B21A9FDC1}" srcOrd="1" destOrd="0" presId="urn:microsoft.com/office/officeart/2005/8/layout/vList2"/>
    <dgm:cxn modelId="{6D74CD9A-A263-44F7-8259-C200F059D3D0}" type="presParOf" srcId="{231E950F-B9D2-40A7-BDA9-1327B84FDC5D}" destId="{99162DD3-6909-4A5A-A1CF-486D082B9D70}" srcOrd="2" destOrd="0" presId="urn:microsoft.com/office/officeart/2005/8/layout/vList2"/>
    <dgm:cxn modelId="{C0118F92-AFC8-4684-94AC-039E6917CED4}" type="presParOf" srcId="{231E950F-B9D2-40A7-BDA9-1327B84FDC5D}" destId="{90D3C7CD-029E-4321-B073-2E8C3FEAF095}" srcOrd="3" destOrd="0" presId="urn:microsoft.com/office/officeart/2005/8/layout/vList2"/>
    <dgm:cxn modelId="{2ECC837E-5D86-456D-8ECA-3F8FC5D5C4CE}" type="presParOf" srcId="{231E950F-B9D2-40A7-BDA9-1327B84FDC5D}" destId="{F85B7608-9AB0-440F-A6E4-D67BD5356176}" srcOrd="4" destOrd="0" presId="urn:microsoft.com/office/officeart/2005/8/layout/vList2"/>
    <dgm:cxn modelId="{8F9D1B10-07A0-49DE-A2FB-21EB5773639B}" type="presParOf" srcId="{231E950F-B9D2-40A7-BDA9-1327B84FDC5D}" destId="{285053BD-573B-443A-ACF4-647E77135859}" srcOrd="5" destOrd="0" presId="urn:microsoft.com/office/officeart/2005/8/layout/vList2"/>
    <dgm:cxn modelId="{92589B9D-4705-4AEA-8C90-C545BBCF3A04}" type="presParOf" srcId="{231E950F-B9D2-40A7-BDA9-1327B84FDC5D}" destId="{950A21DE-D289-44E1-966E-09E10B8956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070351-9CCE-4AA3-B8F7-890F0FAE4124}" type="doc">
      <dgm:prSet loTypeId="urn:microsoft.com/office/officeart/2016/7/layout/HorizontalAction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C15A97A-17DD-4C31-8842-91D4B47B66B0}">
      <dgm:prSet custT="1"/>
      <dgm:spPr/>
      <dgm:t>
        <a:bodyPr/>
        <a:lstStyle/>
        <a:p>
          <a:r>
            <a:rPr lang="en-US" sz="2800" dirty="0" err="1"/>
            <a:t>Opwek</a:t>
          </a:r>
          <a:r>
            <a:rPr lang="en-US" sz="2800" dirty="0"/>
            <a:t> wind</a:t>
          </a:r>
        </a:p>
      </dgm:t>
    </dgm:pt>
    <dgm:pt modelId="{41E1BB49-1C99-499C-9545-5CECB32D4BA1}" type="parTrans" cxnId="{F7099624-1176-4246-BE2C-A375DB0DE60F}">
      <dgm:prSet/>
      <dgm:spPr/>
      <dgm:t>
        <a:bodyPr/>
        <a:lstStyle/>
        <a:p>
          <a:endParaRPr lang="en-US"/>
        </a:p>
      </dgm:t>
    </dgm:pt>
    <dgm:pt modelId="{177D1D49-A8BD-4BCB-9F7B-937F7BBA8ECE}" type="sibTrans" cxnId="{F7099624-1176-4246-BE2C-A375DB0DE60F}">
      <dgm:prSet/>
      <dgm:spPr/>
      <dgm:t>
        <a:bodyPr/>
        <a:lstStyle/>
        <a:p>
          <a:endParaRPr lang="en-US"/>
        </a:p>
      </dgm:t>
    </dgm:pt>
    <dgm:pt modelId="{237C67AA-DF57-4825-BF68-B819344C33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Aantal</a:t>
          </a:r>
          <a:r>
            <a:rPr lang="en-US" dirty="0"/>
            <a:t> Enercon E-126 EP4 wind turbines</a:t>
          </a:r>
        </a:p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8F3CF91F-7221-4A47-B1E5-1ADDA15288AF}" type="parTrans" cxnId="{EB2745AC-3218-40C6-A00C-54C1EEEC8B7E}">
      <dgm:prSet/>
      <dgm:spPr/>
      <dgm:t>
        <a:bodyPr/>
        <a:lstStyle/>
        <a:p>
          <a:endParaRPr lang="en-US"/>
        </a:p>
      </dgm:t>
    </dgm:pt>
    <dgm:pt modelId="{4554D5D9-2207-46E3-810A-3B0C42AE931D}" type="sibTrans" cxnId="{EB2745AC-3218-40C6-A00C-54C1EEEC8B7E}">
      <dgm:prSet/>
      <dgm:spPr/>
      <dgm:t>
        <a:bodyPr/>
        <a:lstStyle/>
        <a:p>
          <a:endParaRPr lang="en-US"/>
        </a:p>
      </dgm:t>
    </dgm:pt>
    <dgm:pt modelId="{FF82E749-6DB6-4A6D-ACDA-0961F993764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Gemiddelde</a:t>
          </a:r>
          <a:r>
            <a:rPr lang="en-US" dirty="0"/>
            <a:t> </a:t>
          </a:r>
          <a:r>
            <a:rPr lang="en-US" dirty="0" err="1"/>
            <a:t>snelheid</a:t>
          </a:r>
          <a:r>
            <a:rPr lang="en-US" dirty="0"/>
            <a:t> wind per </a:t>
          </a:r>
          <a:r>
            <a:rPr lang="en-US" dirty="0" err="1"/>
            <a:t>uur</a:t>
          </a:r>
          <a:r>
            <a:rPr lang="en-US" dirty="0"/>
            <a:t> (m/s)</a:t>
          </a:r>
        </a:p>
      </dgm:t>
    </dgm:pt>
    <dgm:pt modelId="{31B031E7-9C17-4486-9C5E-630E1DCDCD6A}" type="parTrans" cxnId="{EA3EA884-54B5-4898-8125-DADA8534F70C}">
      <dgm:prSet/>
      <dgm:spPr/>
      <dgm:t>
        <a:bodyPr/>
        <a:lstStyle/>
        <a:p>
          <a:endParaRPr lang="en-US"/>
        </a:p>
      </dgm:t>
    </dgm:pt>
    <dgm:pt modelId="{82458A01-6926-485A-A9C6-1F9911868C2F}" type="sibTrans" cxnId="{EA3EA884-54B5-4898-8125-DADA8534F70C}">
      <dgm:prSet/>
      <dgm:spPr/>
      <dgm:t>
        <a:bodyPr/>
        <a:lstStyle/>
        <a:p>
          <a:endParaRPr lang="en-US"/>
        </a:p>
      </dgm:t>
    </dgm:pt>
    <dgm:pt modelId="{9B8FD22F-D4BC-4688-BBC4-00CC13C9972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KNMI </a:t>
          </a:r>
          <a:r>
            <a:rPr lang="en-US" dirty="0" err="1"/>
            <a:t>Marknesse</a:t>
          </a:r>
          <a:r>
            <a:rPr lang="en-US" dirty="0"/>
            <a:t> </a:t>
          </a:r>
          <a:r>
            <a:rPr lang="en-US" dirty="0" err="1"/>
            <a:t>weerstation</a:t>
          </a:r>
          <a:endParaRPr lang="en-US" dirty="0"/>
        </a:p>
      </dgm:t>
    </dgm:pt>
    <dgm:pt modelId="{13DB5A5F-8661-4980-8464-3F91E3F487EE}" type="parTrans" cxnId="{6856BF0F-1690-4719-B64D-6076347F1DC7}">
      <dgm:prSet/>
      <dgm:spPr/>
      <dgm:t>
        <a:bodyPr/>
        <a:lstStyle/>
        <a:p>
          <a:endParaRPr lang="en-US"/>
        </a:p>
      </dgm:t>
    </dgm:pt>
    <dgm:pt modelId="{36435D9D-5B14-4A75-BF6B-59C82D2A1230}" type="sibTrans" cxnId="{6856BF0F-1690-4719-B64D-6076347F1DC7}">
      <dgm:prSet/>
      <dgm:spPr/>
      <dgm:t>
        <a:bodyPr/>
        <a:lstStyle/>
        <a:p>
          <a:endParaRPr lang="en-US"/>
        </a:p>
      </dgm:t>
    </dgm:pt>
    <dgm:pt modelId="{BD478D9D-5721-449C-A342-C44138B48B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Logarithmic wind profile </a:t>
          </a:r>
          <a:r>
            <a:rPr lang="en-US" dirty="0" err="1"/>
            <a:t>formule</a:t>
          </a:r>
          <a:endParaRPr lang="en-US" dirty="0"/>
        </a:p>
      </dgm:t>
    </dgm:pt>
    <dgm:pt modelId="{38CBECC2-E775-45AD-9FA9-3850AB1955AD}" type="parTrans" cxnId="{6CA64F1E-04A6-40B2-AFE3-04E781D63F3D}">
      <dgm:prSet/>
      <dgm:spPr/>
      <dgm:t>
        <a:bodyPr/>
        <a:lstStyle/>
        <a:p>
          <a:endParaRPr lang="en-US"/>
        </a:p>
      </dgm:t>
    </dgm:pt>
    <dgm:pt modelId="{4222A1F1-BC21-4F72-9A4D-896DA9ED90E6}" type="sibTrans" cxnId="{6CA64F1E-04A6-40B2-AFE3-04E781D63F3D}">
      <dgm:prSet/>
      <dgm:spPr/>
      <dgm:t>
        <a:bodyPr/>
        <a:lstStyle/>
        <a:p>
          <a:endParaRPr lang="en-US"/>
        </a:p>
      </dgm:t>
    </dgm:pt>
    <dgm:pt modelId="{48515714-5D37-4193-BC4D-12D3F55F44C0}">
      <dgm:prSet custT="1"/>
      <dgm:spPr/>
      <dgm:t>
        <a:bodyPr/>
        <a:lstStyle/>
        <a:p>
          <a:r>
            <a:rPr lang="en-US" sz="2800" dirty="0" err="1"/>
            <a:t>Opwek</a:t>
          </a:r>
          <a:r>
            <a:rPr lang="en-US" sz="2800" dirty="0"/>
            <a:t> </a:t>
          </a:r>
          <a:r>
            <a:rPr lang="en-US" sz="2800" dirty="0" err="1"/>
            <a:t>zon</a:t>
          </a:r>
          <a:endParaRPr lang="en-US" sz="2800" dirty="0"/>
        </a:p>
      </dgm:t>
    </dgm:pt>
    <dgm:pt modelId="{78D2DE0A-91F1-41D2-A826-9AFAF73D90E9}" type="parTrans" cxnId="{FBF653BA-7222-4BD1-9495-017F1D2BF32C}">
      <dgm:prSet/>
      <dgm:spPr/>
      <dgm:t>
        <a:bodyPr/>
        <a:lstStyle/>
        <a:p>
          <a:endParaRPr lang="en-US"/>
        </a:p>
      </dgm:t>
    </dgm:pt>
    <dgm:pt modelId="{6B0469B1-C925-46CA-8275-908E1BB49EC3}" type="sibTrans" cxnId="{FBF653BA-7222-4BD1-9495-017F1D2BF32C}">
      <dgm:prSet/>
      <dgm:spPr/>
      <dgm:t>
        <a:bodyPr/>
        <a:lstStyle/>
        <a:p>
          <a:endParaRPr lang="en-US"/>
        </a:p>
      </dgm:t>
    </dgm:pt>
    <dgm:pt modelId="{AFAF2172-9EDF-41C7-BC5A-6E538D3111C3}">
      <dgm:prSet/>
      <dgm:spPr/>
      <dgm:t>
        <a:bodyPr/>
        <a:lstStyle/>
        <a:p>
          <a:r>
            <a:rPr lang="en-US" dirty="0" err="1"/>
            <a:t>Fractie</a:t>
          </a:r>
          <a:r>
            <a:rPr lang="en-US" dirty="0"/>
            <a:t> </a:t>
          </a:r>
          <a:r>
            <a:rPr lang="en-US" dirty="0" err="1"/>
            <a:t>totale</a:t>
          </a:r>
          <a:r>
            <a:rPr lang="en-US" dirty="0"/>
            <a:t> </a:t>
          </a:r>
          <a:r>
            <a:rPr lang="en-US" dirty="0" err="1"/>
            <a:t>globale</a:t>
          </a:r>
          <a:r>
            <a:rPr lang="en-US" dirty="0"/>
            <a:t> </a:t>
          </a:r>
          <a:r>
            <a:rPr lang="en-US" dirty="0" err="1"/>
            <a:t>straling</a:t>
          </a:r>
          <a:r>
            <a:rPr lang="en-US" dirty="0"/>
            <a:t> </a:t>
          </a:r>
          <a:r>
            <a:rPr lang="en-US" dirty="0" err="1"/>
            <a:t>zon</a:t>
          </a:r>
          <a:r>
            <a:rPr lang="en-US" dirty="0"/>
            <a:t> (J/m2) per </a:t>
          </a:r>
          <a:r>
            <a:rPr lang="en-US" dirty="0" err="1"/>
            <a:t>uurvak</a:t>
          </a:r>
          <a:endParaRPr lang="en-US" dirty="0"/>
        </a:p>
      </dgm:t>
    </dgm:pt>
    <dgm:pt modelId="{C935B888-F059-442A-A793-9E7EEF1307CB}" type="parTrans" cxnId="{B586FBCE-1D9F-4AC1-B141-DF4DB1A24520}">
      <dgm:prSet/>
      <dgm:spPr/>
      <dgm:t>
        <a:bodyPr/>
        <a:lstStyle/>
        <a:p>
          <a:endParaRPr lang="en-US"/>
        </a:p>
      </dgm:t>
    </dgm:pt>
    <dgm:pt modelId="{9CA48C19-DECF-4E3E-B2FB-C4CC7F52859B}" type="sibTrans" cxnId="{B586FBCE-1D9F-4AC1-B141-DF4DB1A24520}">
      <dgm:prSet/>
      <dgm:spPr/>
      <dgm:t>
        <a:bodyPr/>
        <a:lstStyle/>
        <a:p>
          <a:endParaRPr lang="en-US"/>
        </a:p>
      </dgm:t>
    </dgm:pt>
    <dgm:pt modelId="{CE23A659-FCB5-4494-9D22-ADAC1758D725}">
      <dgm:prSet custT="1"/>
      <dgm:spPr/>
      <dgm:t>
        <a:bodyPr/>
        <a:lstStyle/>
        <a:p>
          <a:r>
            <a:rPr lang="en-US" sz="2800" dirty="0" err="1"/>
            <a:t>Vraag</a:t>
          </a:r>
          <a:r>
            <a:rPr lang="en-US" sz="2800" dirty="0"/>
            <a:t> </a:t>
          </a:r>
          <a:r>
            <a:rPr lang="en-US" sz="2800" dirty="0" err="1"/>
            <a:t>stroom</a:t>
          </a:r>
          <a:endParaRPr lang="en-US" sz="2800" dirty="0"/>
        </a:p>
      </dgm:t>
    </dgm:pt>
    <dgm:pt modelId="{F72E46B8-F67F-494B-9550-3D86A3C7FFFC}" type="parTrans" cxnId="{FC0F3BA7-6C21-42FB-B8CD-CE2F6D45F33C}">
      <dgm:prSet/>
      <dgm:spPr/>
      <dgm:t>
        <a:bodyPr/>
        <a:lstStyle/>
        <a:p>
          <a:endParaRPr lang="en-US"/>
        </a:p>
      </dgm:t>
    </dgm:pt>
    <dgm:pt modelId="{A3752C0F-6A5D-4DEB-BFD1-F13BC7F446FC}" type="sibTrans" cxnId="{FC0F3BA7-6C21-42FB-B8CD-CE2F6D45F33C}">
      <dgm:prSet/>
      <dgm:spPr/>
      <dgm:t>
        <a:bodyPr/>
        <a:lstStyle/>
        <a:p>
          <a:endParaRPr lang="en-US"/>
        </a:p>
      </dgm:t>
    </dgm:pt>
    <dgm:pt modelId="{A189A6D0-6794-4D22-9A36-D67559813D82}">
      <dgm:prSet/>
      <dgm:spPr/>
      <dgm:t>
        <a:bodyPr/>
        <a:lstStyle/>
        <a:p>
          <a:r>
            <a:rPr lang="en-US" dirty="0" err="1"/>
            <a:t>Totale</a:t>
          </a:r>
          <a:r>
            <a:rPr lang="en-US" dirty="0"/>
            <a:t> </a:t>
          </a:r>
          <a:r>
            <a:rPr lang="en-US" dirty="0" err="1"/>
            <a:t>standaardjaarvraag</a:t>
          </a:r>
          <a:r>
            <a:rPr lang="en-US" dirty="0"/>
            <a:t> </a:t>
          </a:r>
          <a:r>
            <a:rPr lang="en-US" dirty="0" err="1"/>
            <a:t>consumptie</a:t>
          </a:r>
          <a:r>
            <a:rPr lang="en-US" dirty="0"/>
            <a:t> </a:t>
          </a:r>
          <a:r>
            <a:rPr lang="en-US" dirty="0" err="1"/>
            <a:t>stroom</a:t>
          </a:r>
          <a:endParaRPr lang="en-US" dirty="0"/>
        </a:p>
        <a:p>
          <a:endParaRPr lang="en-US" dirty="0"/>
        </a:p>
      </dgm:t>
    </dgm:pt>
    <dgm:pt modelId="{AB3D51C3-5ED6-4568-8676-96EDE2B29256}" type="parTrans" cxnId="{D144A84A-2A04-4E95-8D1D-6FE46E7A5FD8}">
      <dgm:prSet/>
      <dgm:spPr/>
      <dgm:t>
        <a:bodyPr/>
        <a:lstStyle/>
        <a:p>
          <a:endParaRPr lang="en-US"/>
        </a:p>
      </dgm:t>
    </dgm:pt>
    <dgm:pt modelId="{90A82921-C3C0-46B3-AAD5-09A8ACBBDF56}" type="sibTrans" cxnId="{D144A84A-2A04-4E95-8D1D-6FE46E7A5FD8}">
      <dgm:prSet/>
      <dgm:spPr/>
      <dgm:t>
        <a:bodyPr/>
        <a:lstStyle/>
        <a:p>
          <a:endParaRPr lang="en-US"/>
        </a:p>
      </dgm:t>
    </dgm:pt>
    <dgm:pt modelId="{ACC3D9B8-009A-4285-B4BF-E7867A1FC505}">
      <dgm:prSet/>
      <dgm:spPr/>
      <dgm:t>
        <a:bodyPr/>
        <a:lstStyle/>
        <a:p>
          <a:r>
            <a:rPr lang="en-US"/>
            <a:t>E1C verbruiksprofielen (NEDU, 2021)</a:t>
          </a:r>
        </a:p>
      </dgm:t>
    </dgm:pt>
    <dgm:pt modelId="{5ADC1DB3-C229-4A1C-8612-0EA3F72C3414}" type="parTrans" cxnId="{55E4BE71-9428-4468-BEA1-8B4988B8AF4E}">
      <dgm:prSet/>
      <dgm:spPr/>
      <dgm:t>
        <a:bodyPr/>
        <a:lstStyle/>
        <a:p>
          <a:endParaRPr lang="en-US"/>
        </a:p>
      </dgm:t>
    </dgm:pt>
    <dgm:pt modelId="{1D92D193-BC63-46E8-B6E8-B9E20264F9DB}" type="sibTrans" cxnId="{55E4BE71-9428-4468-BEA1-8B4988B8AF4E}">
      <dgm:prSet/>
      <dgm:spPr/>
      <dgm:t>
        <a:bodyPr/>
        <a:lstStyle/>
        <a:p>
          <a:endParaRPr lang="en-US"/>
        </a:p>
      </dgm:t>
    </dgm:pt>
    <dgm:pt modelId="{638240D8-7090-4DF3-94C7-2E099F70DF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US" dirty="0"/>
        </a:p>
      </dgm:t>
    </dgm:pt>
    <dgm:pt modelId="{B2D2AC34-1E78-450F-ABA0-F32A466C4541}" type="parTrans" cxnId="{2581F99C-E6FB-4FF0-AB93-AA0AD817757A}">
      <dgm:prSet/>
      <dgm:spPr/>
      <dgm:t>
        <a:bodyPr/>
        <a:lstStyle/>
        <a:p>
          <a:endParaRPr lang="en-US"/>
        </a:p>
      </dgm:t>
    </dgm:pt>
    <dgm:pt modelId="{1C3B0C7A-6B5E-429E-A89A-4C2FDFCA4383}" type="sibTrans" cxnId="{2581F99C-E6FB-4FF0-AB93-AA0AD817757A}">
      <dgm:prSet/>
      <dgm:spPr/>
      <dgm:t>
        <a:bodyPr/>
        <a:lstStyle/>
        <a:p>
          <a:endParaRPr lang="en-US"/>
        </a:p>
      </dgm:t>
    </dgm:pt>
    <dgm:pt modelId="{02989949-CC05-4984-B111-270D5439824E}">
      <dgm:prSet/>
      <dgm:spPr/>
      <dgm:t>
        <a:bodyPr/>
        <a:lstStyle/>
        <a:p>
          <a:r>
            <a:rPr lang="en-US" dirty="0" err="1"/>
            <a:t>Vollasturen</a:t>
          </a:r>
          <a:r>
            <a:rPr lang="en-US" dirty="0"/>
            <a:t> </a:t>
          </a:r>
          <a:r>
            <a:rPr lang="en-US" dirty="0" err="1"/>
            <a:t>zon</a:t>
          </a:r>
          <a:endParaRPr lang="en-US" dirty="0"/>
        </a:p>
      </dgm:t>
    </dgm:pt>
    <dgm:pt modelId="{1B6967E0-8FF6-4427-BAF3-DA2F94E8429C}" type="parTrans" cxnId="{8A1B4409-919F-4EAA-9895-E8FE6B581F1F}">
      <dgm:prSet/>
      <dgm:spPr/>
      <dgm:t>
        <a:bodyPr/>
        <a:lstStyle/>
        <a:p>
          <a:endParaRPr lang="en-US"/>
        </a:p>
      </dgm:t>
    </dgm:pt>
    <dgm:pt modelId="{F3CF3CC2-8C3B-4A62-80A1-DEAAE27D5A33}" type="sibTrans" cxnId="{8A1B4409-919F-4EAA-9895-E8FE6B581F1F}">
      <dgm:prSet/>
      <dgm:spPr/>
      <dgm:t>
        <a:bodyPr/>
        <a:lstStyle/>
        <a:p>
          <a:endParaRPr lang="en-US"/>
        </a:p>
      </dgm:t>
    </dgm:pt>
    <dgm:pt modelId="{2D517851-C203-4499-8353-3FC7AED2720F}">
      <dgm:prSet/>
      <dgm:spPr/>
      <dgm:t>
        <a:bodyPr/>
        <a:lstStyle/>
        <a:p>
          <a:r>
            <a:rPr lang="en-US" dirty="0"/>
            <a:t>KNMI </a:t>
          </a:r>
          <a:r>
            <a:rPr lang="en-US" dirty="0" err="1"/>
            <a:t>Marknesse</a:t>
          </a:r>
          <a:r>
            <a:rPr lang="en-US" dirty="0"/>
            <a:t> </a:t>
          </a:r>
          <a:r>
            <a:rPr lang="en-US" dirty="0" err="1"/>
            <a:t>weerstation</a:t>
          </a:r>
          <a:endParaRPr lang="en-US" dirty="0"/>
        </a:p>
      </dgm:t>
    </dgm:pt>
    <dgm:pt modelId="{55EF0687-B733-4EEB-9C87-E5B0BF6425EF}" type="parTrans" cxnId="{F4007D68-F95D-4F50-87D9-C00EC2B5FBF5}">
      <dgm:prSet/>
      <dgm:spPr/>
      <dgm:t>
        <a:bodyPr/>
        <a:lstStyle/>
        <a:p>
          <a:endParaRPr lang="en-US"/>
        </a:p>
      </dgm:t>
    </dgm:pt>
    <dgm:pt modelId="{FBCD6211-83B6-401A-A3A2-277809484708}" type="sibTrans" cxnId="{F4007D68-F95D-4F50-87D9-C00EC2B5FBF5}">
      <dgm:prSet/>
      <dgm:spPr/>
      <dgm:t>
        <a:bodyPr/>
        <a:lstStyle/>
        <a:p>
          <a:endParaRPr lang="en-US"/>
        </a:p>
      </dgm:t>
    </dgm:pt>
    <dgm:pt modelId="{E2F1E232-0EEA-4F78-A51D-A654AD13C35B}">
      <dgm:prSet/>
      <dgm:spPr/>
      <dgm:t>
        <a:bodyPr/>
        <a:lstStyle/>
        <a:p>
          <a:endParaRPr lang="en-US" dirty="0"/>
        </a:p>
      </dgm:t>
    </dgm:pt>
    <dgm:pt modelId="{B423659C-D69E-4FE1-B457-2DBF2B61A173}" type="parTrans" cxnId="{09C672DF-F2AE-447F-8649-F78C35ECA17F}">
      <dgm:prSet/>
      <dgm:spPr/>
      <dgm:t>
        <a:bodyPr/>
        <a:lstStyle/>
        <a:p>
          <a:endParaRPr lang="en-US"/>
        </a:p>
      </dgm:t>
    </dgm:pt>
    <dgm:pt modelId="{0721F123-41C5-4FD4-996C-A1795CB93B91}" type="sibTrans" cxnId="{09C672DF-F2AE-447F-8649-F78C35ECA17F}">
      <dgm:prSet/>
      <dgm:spPr/>
      <dgm:t>
        <a:bodyPr/>
        <a:lstStyle/>
        <a:p>
          <a:endParaRPr lang="en-US"/>
        </a:p>
      </dgm:t>
    </dgm:pt>
    <dgm:pt modelId="{41E37023-5F09-4EB8-BCB3-81C823639EBF}">
      <dgm:prSet/>
      <dgm:spPr/>
      <dgm:t>
        <a:bodyPr/>
        <a:lstStyle/>
        <a:p>
          <a:endParaRPr lang="en-US" dirty="0"/>
        </a:p>
      </dgm:t>
    </dgm:pt>
    <dgm:pt modelId="{BE66E91E-C913-4925-910B-90600419031F}" type="parTrans" cxnId="{70457B85-51E8-4CC2-A9F4-EDBC8FE70274}">
      <dgm:prSet/>
      <dgm:spPr/>
      <dgm:t>
        <a:bodyPr/>
        <a:lstStyle/>
        <a:p>
          <a:endParaRPr lang="en-US"/>
        </a:p>
      </dgm:t>
    </dgm:pt>
    <dgm:pt modelId="{F1D5E6B0-FC46-4321-984E-A35DDDA6D0F7}" type="sibTrans" cxnId="{70457B85-51E8-4CC2-A9F4-EDBC8FE70274}">
      <dgm:prSet/>
      <dgm:spPr/>
      <dgm:t>
        <a:bodyPr/>
        <a:lstStyle/>
        <a:p>
          <a:endParaRPr lang="en-US"/>
        </a:p>
      </dgm:t>
    </dgm:pt>
    <dgm:pt modelId="{AE85F3C7-AF52-4A70-8015-99A93E8DE2E8}">
      <dgm:prSet/>
      <dgm:spPr/>
      <dgm:t>
        <a:bodyPr/>
        <a:lstStyle/>
        <a:p>
          <a:r>
            <a:rPr lang="en-US" dirty="0" err="1"/>
            <a:t>Capaciteit</a:t>
          </a:r>
          <a:r>
            <a:rPr lang="en-US" dirty="0"/>
            <a:t> </a:t>
          </a:r>
          <a:r>
            <a:rPr lang="en-US" dirty="0" err="1"/>
            <a:t>zon</a:t>
          </a:r>
          <a:endParaRPr lang="en-US" dirty="0"/>
        </a:p>
      </dgm:t>
    </dgm:pt>
    <dgm:pt modelId="{2DC948B7-C85E-4850-94A5-790D4FC2F671}" type="parTrans" cxnId="{4C168729-FB4C-4B4C-9376-2A307D566AD4}">
      <dgm:prSet/>
      <dgm:spPr/>
      <dgm:t>
        <a:bodyPr/>
        <a:lstStyle/>
        <a:p>
          <a:endParaRPr lang="en-US"/>
        </a:p>
      </dgm:t>
    </dgm:pt>
    <dgm:pt modelId="{C23A66F2-F798-4822-BB3B-83CD2E16874F}" type="sibTrans" cxnId="{4C168729-FB4C-4B4C-9376-2A307D566AD4}">
      <dgm:prSet/>
      <dgm:spPr/>
      <dgm:t>
        <a:bodyPr/>
        <a:lstStyle/>
        <a:p>
          <a:endParaRPr lang="en-US"/>
        </a:p>
      </dgm:t>
    </dgm:pt>
    <dgm:pt modelId="{CE6F1BE1-307A-4B60-A0C4-EE5D510CAF13}">
      <dgm:prSet/>
      <dgm:spPr/>
      <dgm:t>
        <a:bodyPr/>
        <a:lstStyle/>
        <a:p>
          <a:endParaRPr lang="en-US" dirty="0"/>
        </a:p>
      </dgm:t>
    </dgm:pt>
    <dgm:pt modelId="{8088E401-16C0-4B7C-9254-60C4EFA59827}" type="parTrans" cxnId="{5D960DE7-732B-4A41-B799-2D1A45CFE8F9}">
      <dgm:prSet/>
      <dgm:spPr/>
      <dgm:t>
        <a:bodyPr/>
        <a:lstStyle/>
        <a:p>
          <a:endParaRPr lang="en-US"/>
        </a:p>
      </dgm:t>
    </dgm:pt>
    <dgm:pt modelId="{6ECE8EE2-C63E-47BA-A3E4-88384B893FBB}" type="sibTrans" cxnId="{5D960DE7-732B-4A41-B799-2D1A45CFE8F9}">
      <dgm:prSet/>
      <dgm:spPr/>
      <dgm:t>
        <a:bodyPr/>
        <a:lstStyle/>
        <a:p>
          <a:endParaRPr lang="en-US"/>
        </a:p>
      </dgm:t>
    </dgm:pt>
    <dgm:pt modelId="{59686076-8C01-4853-A180-23CBAE04AA72}" type="pres">
      <dgm:prSet presAssocID="{88070351-9CCE-4AA3-B8F7-890F0FAE4124}" presName="Name0" presStyleCnt="0">
        <dgm:presLayoutVars>
          <dgm:dir/>
          <dgm:animLvl val="lvl"/>
          <dgm:resizeHandles val="exact"/>
        </dgm:presLayoutVars>
      </dgm:prSet>
      <dgm:spPr/>
    </dgm:pt>
    <dgm:pt modelId="{A7881AF5-B657-4C16-8081-AB5FBC36FAC7}" type="pres">
      <dgm:prSet presAssocID="{2C15A97A-17DD-4C31-8842-91D4B47B66B0}" presName="composite" presStyleCnt="0"/>
      <dgm:spPr/>
    </dgm:pt>
    <dgm:pt modelId="{50F84451-44B4-4F76-94C9-7CECCC7E9522}" type="pres">
      <dgm:prSet presAssocID="{2C15A97A-17DD-4C31-8842-91D4B47B66B0}" presName="parTx" presStyleLbl="alignNode1" presStyleIdx="0" presStyleCnt="3">
        <dgm:presLayoutVars>
          <dgm:chMax val="0"/>
          <dgm:chPref val="0"/>
        </dgm:presLayoutVars>
      </dgm:prSet>
      <dgm:spPr/>
    </dgm:pt>
    <dgm:pt modelId="{96E7A3E2-6AA5-4321-860C-AA5D01439911}" type="pres">
      <dgm:prSet presAssocID="{2C15A97A-17DD-4C31-8842-91D4B47B66B0}" presName="desTx" presStyleLbl="alignAccFollowNode1" presStyleIdx="0" presStyleCnt="3">
        <dgm:presLayoutVars/>
      </dgm:prSet>
      <dgm:spPr/>
    </dgm:pt>
    <dgm:pt modelId="{73316A49-FDF2-4C2C-AC42-D2177AE1B59F}" type="pres">
      <dgm:prSet presAssocID="{177D1D49-A8BD-4BCB-9F7B-937F7BBA8ECE}" presName="space" presStyleCnt="0"/>
      <dgm:spPr/>
    </dgm:pt>
    <dgm:pt modelId="{C8493FE7-721D-481B-92E9-D479E8A27E57}" type="pres">
      <dgm:prSet presAssocID="{48515714-5D37-4193-BC4D-12D3F55F44C0}" presName="composite" presStyleCnt="0"/>
      <dgm:spPr/>
    </dgm:pt>
    <dgm:pt modelId="{BA7B222D-019A-4C0D-9908-0750E1B62AA1}" type="pres">
      <dgm:prSet presAssocID="{48515714-5D37-4193-BC4D-12D3F55F44C0}" presName="parTx" presStyleLbl="alignNode1" presStyleIdx="1" presStyleCnt="3" custLinFactNeighborX="-17">
        <dgm:presLayoutVars>
          <dgm:chMax val="0"/>
          <dgm:chPref val="0"/>
        </dgm:presLayoutVars>
      </dgm:prSet>
      <dgm:spPr/>
    </dgm:pt>
    <dgm:pt modelId="{61886D36-736C-48AE-B540-A7127AAF0E3B}" type="pres">
      <dgm:prSet presAssocID="{48515714-5D37-4193-BC4D-12D3F55F44C0}" presName="desTx" presStyleLbl="alignAccFollowNode1" presStyleIdx="1" presStyleCnt="3">
        <dgm:presLayoutVars/>
      </dgm:prSet>
      <dgm:spPr/>
    </dgm:pt>
    <dgm:pt modelId="{2A376799-16AE-47E8-86B8-61055755DB45}" type="pres">
      <dgm:prSet presAssocID="{6B0469B1-C925-46CA-8275-908E1BB49EC3}" presName="space" presStyleCnt="0"/>
      <dgm:spPr/>
    </dgm:pt>
    <dgm:pt modelId="{247FAFA2-7F3F-4C15-8813-52F853E48544}" type="pres">
      <dgm:prSet presAssocID="{CE23A659-FCB5-4494-9D22-ADAC1758D725}" presName="composite" presStyleCnt="0"/>
      <dgm:spPr/>
    </dgm:pt>
    <dgm:pt modelId="{684B417C-DE9B-4B0B-A4A4-DFA5D01E7EAB}" type="pres">
      <dgm:prSet presAssocID="{CE23A659-FCB5-4494-9D22-ADAC1758D725}" presName="parTx" presStyleLbl="alignNode1" presStyleIdx="2" presStyleCnt="3">
        <dgm:presLayoutVars>
          <dgm:chMax val="0"/>
          <dgm:chPref val="0"/>
        </dgm:presLayoutVars>
      </dgm:prSet>
      <dgm:spPr/>
    </dgm:pt>
    <dgm:pt modelId="{69C5DC75-C93D-4299-AD7D-B004D54A18C2}" type="pres">
      <dgm:prSet presAssocID="{CE23A659-FCB5-4494-9D22-ADAC1758D725}" presName="desTx" presStyleLbl="alignAccFollowNode1" presStyleIdx="2" presStyleCnt="3">
        <dgm:presLayoutVars/>
      </dgm:prSet>
      <dgm:spPr/>
    </dgm:pt>
  </dgm:ptLst>
  <dgm:cxnLst>
    <dgm:cxn modelId="{8A1B4409-919F-4EAA-9895-E8FE6B581F1F}" srcId="{48515714-5D37-4193-BC4D-12D3F55F44C0}" destId="{02989949-CC05-4984-B111-270D5439824E}" srcOrd="3" destOrd="0" parTransId="{1B6967E0-8FF6-4427-BAF3-DA2F94E8429C}" sibTransId="{F3CF3CC2-8C3B-4A62-80A1-DEAAE27D5A33}"/>
    <dgm:cxn modelId="{13C47D0B-6C07-4460-A13B-83EE4638C163}" type="presOf" srcId="{E2F1E232-0EEA-4F78-A51D-A654AD13C35B}" destId="{61886D36-736C-48AE-B540-A7127AAF0E3B}" srcOrd="0" destOrd="4" presId="urn:microsoft.com/office/officeart/2016/7/layout/HorizontalActionList"/>
    <dgm:cxn modelId="{6856BF0F-1690-4719-B64D-6076347F1DC7}" srcId="{FF82E749-6DB6-4A6D-ACDA-0961F9937641}" destId="{9B8FD22F-D4BC-4688-BBC4-00CC13C99727}" srcOrd="0" destOrd="0" parTransId="{13DB5A5F-8661-4980-8464-3F91E3F487EE}" sibTransId="{36435D9D-5B14-4A75-BF6B-59C82D2A1230}"/>
    <dgm:cxn modelId="{4C711916-1805-4E9C-9CAE-2A56CC6FF962}" type="presOf" srcId="{A189A6D0-6794-4D22-9A36-D67559813D82}" destId="{69C5DC75-C93D-4299-AD7D-B004D54A18C2}" srcOrd="0" destOrd="0" presId="urn:microsoft.com/office/officeart/2016/7/layout/HorizontalActionList"/>
    <dgm:cxn modelId="{F2071E18-B0EE-48F6-AEA8-AD060B1B3E2B}" type="presOf" srcId="{41E37023-5F09-4EB8-BCB3-81C823639EBF}" destId="{61886D36-736C-48AE-B540-A7127AAF0E3B}" srcOrd="0" destOrd="6" presId="urn:microsoft.com/office/officeart/2016/7/layout/HorizontalActionList"/>
    <dgm:cxn modelId="{6CA64F1E-04A6-40B2-AFE3-04E781D63F3D}" srcId="{2C15A97A-17DD-4C31-8842-91D4B47B66B0}" destId="{BD478D9D-5721-449C-A342-C44138B48B7D}" srcOrd="2" destOrd="0" parTransId="{38CBECC2-E775-45AD-9FA9-3850AB1955AD}" sibTransId="{4222A1F1-BC21-4F72-9A4D-896DA9ED90E6}"/>
    <dgm:cxn modelId="{F7099624-1176-4246-BE2C-A375DB0DE60F}" srcId="{88070351-9CCE-4AA3-B8F7-890F0FAE4124}" destId="{2C15A97A-17DD-4C31-8842-91D4B47B66B0}" srcOrd="0" destOrd="0" parTransId="{41E1BB49-1C99-499C-9545-5CECB32D4BA1}" sibTransId="{177D1D49-A8BD-4BCB-9F7B-937F7BBA8ECE}"/>
    <dgm:cxn modelId="{178C2F29-1351-4A73-A6E1-DC479AEB61F9}" type="presOf" srcId="{FF82E749-6DB6-4A6D-ACDA-0961F9937641}" destId="{96E7A3E2-6AA5-4321-860C-AA5D01439911}" srcOrd="0" destOrd="1" presId="urn:microsoft.com/office/officeart/2016/7/layout/HorizontalActionList"/>
    <dgm:cxn modelId="{4C168729-FB4C-4B4C-9376-2A307D566AD4}" srcId="{48515714-5D37-4193-BC4D-12D3F55F44C0}" destId="{AE85F3C7-AF52-4A70-8015-99A93E8DE2E8}" srcOrd="0" destOrd="0" parTransId="{2DC948B7-C85E-4850-94A5-790D4FC2F671}" sibTransId="{C23A66F2-F798-4822-BB3B-83CD2E16874F}"/>
    <dgm:cxn modelId="{D56CAC3C-6034-4821-93D2-141B8B104157}" type="presOf" srcId="{2D517851-C203-4499-8353-3FC7AED2720F}" destId="{61886D36-736C-48AE-B540-A7127AAF0E3B}" srcOrd="0" destOrd="3" presId="urn:microsoft.com/office/officeart/2016/7/layout/HorizontalActionList"/>
    <dgm:cxn modelId="{FB94E33F-62C0-4A55-9D3A-209A4C9F4B50}" type="presOf" srcId="{638240D8-7090-4DF3-94C7-2E099F70DF23}" destId="{96E7A3E2-6AA5-4321-860C-AA5D01439911}" srcOrd="0" destOrd="3" presId="urn:microsoft.com/office/officeart/2016/7/layout/HorizontalActionList"/>
    <dgm:cxn modelId="{9BE18865-7E94-47CB-B6EF-DEF247353163}" type="presOf" srcId="{CE23A659-FCB5-4494-9D22-ADAC1758D725}" destId="{684B417C-DE9B-4B0B-A4A4-DFA5D01E7EAB}" srcOrd="0" destOrd="0" presId="urn:microsoft.com/office/officeart/2016/7/layout/HorizontalActionList"/>
    <dgm:cxn modelId="{D647BB46-3BC8-4A9D-BB55-E7BB1576EE73}" type="presOf" srcId="{48515714-5D37-4193-BC4D-12D3F55F44C0}" destId="{BA7B222D-019A-4C0D-9908-0750E1B62AA1}" srcOrd="0" destOrd="0" presId="urn:microsoft.com/office/officeart/2016/7/layout/HorizontalActionList"/>
    <dgm:cxn modelId="{F4007D68-F95D-4F50-87D9-C00EC2B5FBF5}" srcId="{AFAF2172-9EDF-41C7-BC5A-6E538D3111C3}" destId="{2D517851-C203-4499-8353-3FC7AED2720F}" srcOrd="0" destOrd="0" parTransId="{55EF0687-B733-4EEB-9C87-E5B0BF6425EF}" sibTransId="{FBCD6211-83B6-401A-A3A2-277809484708}"/>
    <dgm:cxn modelId="{D144A84A-2A04-4E95-8D1D-6FE46E7A5FD8}" srcId="{CE23A659-FCB5-4494-9D22-ADAC1758D725}" destId="{A189A6D0-6794-4D22-9A36-D67559813D82}" srcOrd="0" destOrd="0" parTransId="{AB3D51C3-5ED6-4568-8676-96EDE2B29256}" sibTransId="{90A82921-C3C0-46B3-AAD5-09A8ACBBDF56}"/>
    <dgm:cxn modelId="{E7889450-CB93-44A8-8523-F9138FAEED55}" type="presOf" srcId="{237C67AA-DF57-4825-BF68-B819344C33B6}" destId="{96E7A3E2-6AA5-4321-860C-AA5D01439911}" srcOrd="0" destOrd="0" presId="urn:microsoft.com/office/officeart/2016/7/layout/HorizontalActionList"/>
    <dgm:cxn modelId="{55E4BE71-9428-4468-BEA1-8B4988B8AF4E}" srcId="{CE23A659-FCB5-4494-9D22-ADAC1758D725}" destId="{ACC3D9B8-009A-4285-B4BF-E7867A1FC505}" srcOrd="1" destOrd="0" parTransId="{5ADC1DB3-C229-4A1C-8612-0EA3F72C3414}" sibTransId="{1D92D193-BC63-46E8-B6E8-B9E20264F9DB}"/>
    <dgm:cxn modelId="{05C04E7E-6C54-4E71-A741-7BBDD70FED44}" type="presOf" srcId="{AFAF2172-9EDF-41C7-BC5A-6E538D3111C3}" destId="{61886D36-736C-48AE-B540-A7127AAF0E3B}" srcOrd="0" destOrd="2" presId="urn:microsoft.com/office/officeart/2016/7/layout/HorizontalActionList"/>
    <dgm:cxn modelId="{EA3EA884-54B5-4898-8125-DADA8534F70C}" srcId="{2C15A97A-17DD-4C31-8842-91D4B47B66B0}" destId="{FF82E749-6DB6-4A6D-ACDA-0961F9937641}" srcOrd="1" destOrd="0" parTransId="{31B031E7-9C17-4486-9C5E-630E1DCDCD6A}" sibTransId="{82458A01-6926-485A-A9C6-1F9911868C2F}"/>
    <dgm:cxn modelId="{70457B85-51E8-4CC2-A9F4-EDBC8FE70274}" srcId="{48515714-5D37-4193-BC4D-12D3F55F44C0}" destId="{41E37023-5F09-4EB8-BCB3-81C823639EBF}" srcOrd="4" destOrd="0" parTransId="{BE66E91E-C913-4925-910B-90600419031F}" sibTransId="{F1D5E6B0-FC46-4321-984E-A35DDDA6D0F7}"/>
    <dgm:cxn modelId="{2581F99C-E6FB-4FF0-AB93-AA0AD817757A}" srcId="{FF82E749-6DB6-4A6D-ACDA-0961F9937641}" destId="{638240D8-7090-4DF3-94C7-2E099F70DF23}" srcOrd="1" destOrd="0" parTransId="{B2D2AC34-1E78-450F-ABA0-F32A466C4541}" sibTransId="{1C3B0C7A-6B5E-429E-A89A-4C2FDFCA4383}"/>
    <dgm:cxn modelId="{FC0F3BA7-6C21-42FB-B8CD-CE2F6D45F33C}" srcId="{88070351-9CCE-4AA3-B8F7-890F0FAE4124}" destId="{CE23A659-FCB5-4494-9D22-ADAC1758D725}" srcOrd="2" destOrd="0" parTransId="{F72E46B8-F67F-494B-9550-3D86A3C7FFFC}" sibTransId="{A3752C0F-6A5D-4DEB-BFD1-F13BC7F446FC}"/>
    <dgm:cxn modelId="{EB2745AC-3218-40C6-A00C-54C1EEEC8B7E}" srcId="{2C15A97A-17DD-4C31-8842-91D4B47B66B0}" destId="{237C67AA-DF57-4825-BF68-B819344C33B6}" srcOrd="0" destOrd="0" parTransId="{8F3CF91F-7221-4A47-B1E5-1ADDA15288AF}" sibTransId="{4554D5D9-2207-46E3-810A-3B0C42AE931D}"/>
    <dgm:cxn modelId="{FBF653BA-7222-4BD1-9495-017F1D2BF32C}" srcId="{88070351-9CCE-4AA3-B8F7-890F0FAE4124}" destId="{48515714-5D37-4193-BC4D-12D3F55F44C0}" srcOrd="1" destOrd="0" parTransId="{78D2DE0A-91F1-41D2-A826-9AFAF73D90E9}" sibTransId="{6B0469B1-C925-46CA-8275-908E1BB49EC3}"/>
    <dgm:cxn modelId="{6B9708BD-568D-4BAC-98E6-21A6ABDA8857}" type="presOf" srcId="{02989949-CC05-4984-B111-270D5439824E}" destId="{61886D36-736C-48AE-B540-A7127AAF0E3B}" srcOrd="0" destOrd="5" presId="urn:microsoft.com/office/officeart/2016/7/layout/HorizontalActionList"/>
    <dgm:cxn modelId="{184952C1-E819-4E2B-97FD-E98D331E5794}" type="presOf" srcId="{2C15A97A-17DD-4C31-8842-91D4B47B66B0}" destId="{50F84451-44B4-4F76-94C9-7CECCC7E9522}" srcOrd="0" destOrd="0" presId="urn:microsoft.com/office/officeart/2016/7/layout/HorizontalActionList"/>
    <dgm:cxn modelId="{B586FBCE-1D9F-4AC1-B141-DF4DB1A24520}" srcId="{48515714-5D37-4193-BC4D-12D3F55F44C0}" destId="{AFAF2172-9EDF-41C7-BC5A-6E538D3111C3}" srcOrd="2" destOrd="0" parTransId="{C935B888-F059-442A-A793-9E7EEF1307CB}" sibTransId="{9CA48C19-DECF-4E3E-B2FB-C4CC7F52859B}"/>
    <dgm:cxn modelId="{0C49E6CF-F78A-4B3F-AD19-734076B025E6}" type="presOf" srcId="{ACC3D9B8-009A-4285-B4BF-E7867A1FC505}" destId="{69C5DC75-C93D-4299-AD7D-B004D54A18C2}" srcOrd="0" destOrd="1" presId="urn:microsoft.com/office/officeart/2016/7/layout/HorizontalActionList"/>
    <dgm:cxn modelId="{9C1E7CD9-1B46-4D85-B420-C99387AA422F}" type="presOf" srcId="{BD478D9D-5721-449C-A342-C44138B48B7D}" destId="{96E7A3E2-6AA5-4321-860C-AA5D01439911}" srcOrd="0" destOrd="4" presId="urn:microsoft.com/office/officeart/2016/7/layout/HorizontalActionList"/>
    <dgm:cxn modelId="{09C672DF-F2AE-447F-8649-F78C35ECA17F}" srcId="{AFAF2172-9EDF-41C7-BC5A-6E538D3111C3}" destId="{E2F1E232-0EEA-4F78-A51D-A654AD13C35B}" srcOrd="1" destOrd="0" parTransId="{B423659C-D69E-4FE1-B457-2DBF2B61A173}" sibTransId="{0721F123-41C5-4FD4-996C-A1795CB93B91}"/>
    <dgm:cxn modelId="{8FA54CE0-25A0-465C-A0CD-5FA8266ADBB2}" type="presOf" srcId="{CE6F1BE1-307A-4B60-A0C4-EE5D510CAF13}" destId="{61886D36-736C-48AE-B540-A7127AAF0E3B}" srcOrd="0" destOrd="1" presId="urn:microsoft.com/office/officeart/2016/7/layout/HorizontalActionList"/>
    <dgm:cxn modelId="{F0184EE4-317B-4D3E-9641-83D8845805DD}" type="presOf" srcId="{AE85F3C7-AF52-4A70-8015-99A93E8DE2E8}" destId="{61886D36-736C-48AE-B540-A7127AAF0E3B}" srcOrd="0" destOrd="0" presId="urn:microsoft.com/office/officeart/2016/7/layout/HorizontalActionList"/>
    <dgm:cxn modelId="{5D960DE7-732B-4A41-B799-2D1A45CFE8F9}" srcId="{48515714-5D37-4193-BC4D-12D3F55F44C0}" destId="{CE6F1BE1-307A-4B60-A0C4-EE5D510CAF13}" srcOrd="1" destOrd="0" parTransId="{8088E401-16C0-4B7C-9254-60C4EFA59827}" sibTransId="{6ECE8EE2-C63E-47BA-A3E4-88384B893FBB}"/>
    <dgm:cxn modelId="{17AF0FFD-6031-45F3-95ED-FA8C284695F8}" type="presOf" srcId="{88070351-9CCE-4AA3-B8F7-890F0FAE4124}" destId="{59686076-8C01-4853-A180-23CBAE04AA72}" srcOrd="0" destOrd="0" presId="urn:microsoft.com/office/officeart/2016/7/layout/HorizontalActionList"/>
    <dgm:cxn modelId="{547E7BFF-CF78-49BF-9C31-32641805898E}" type="presOf" srcId="{9B8FD22F-D4BC-4688-BBC4-00CC13C99727}" destId="{96E7A3E2-6AA5-4321-860C-AA5D01439911}" srcOrd="0" destOrd="2" presId="urn:microsoft.com/office/officeart/2016/7/layout/HorizontalActionList"/>
    <dgm:cxn modelId="{72DF36B9-F3FA-4FBE-86D6-6980087BF97A}" type="presParOf" srcId="{59686076-8C01-4853-A180-23CBAE04AA72}" destId="{A7881AF5-B657-4C16-8081-AB5FBC36FAC7}" srcOrd="0" destOrd="0" presId="urn:microsoft.com/office/officeart/2016/7/layout/HorizontalActionList"/>
    <dgm:cxn modelId="{CB989C21-4D7B-4357-AB4D-8B4F0C18C458}" type="presParOf" srcId="{A7881AF5-B657-4C16-8081-AB5FBC36FAC7}" destId="{50F84451-44B4-4F76-94C9-7CECCC7E9522}" srcOrd="0" destOrd="0" presId="urn:microsoft.com/office/officeart/2016/7/layout/HorizontalActionList"/>
    <dgm:cxn modelId="{374F14DC-6941-497E-AAAC-FC6E1F545FB9}" type="presParOf" srcId="{A7881AF5-B657-4C16-8081-AB5FBC36FAC7}" destId="{96E7A3E2-6AA5-4321-860C-AA5D01439911}" srcOrd="1" destOrd="0" presId="urn:microsoft.com/office/officeart/2016/7/layout/HorizontalActionList"/>
    <dgm:cxn modelId="{C349EDBD-479B-4266-9A00-1ECB9F13B202}" type="presParOf" srcId="{59686076-8C01-4853-A180-23CBAE04AA72}" destId="{73316A49-FDF2-4C2C-AC42-D2177AE1B59F}" srcOrd="1" destOrd="0" presId="urn:microsoft.com/office/officeart/2016/7/layout/HorizontalActionList"/>
    <dgm:cxn modelId="{D86B5A47-08B3-4B85-9B6D-AE71647D7AC4}" type="presParOf" srcId="{59686076-8C01-4853-A180-23CBAE04AA72}" destId="{C8493FE7-721D-481B-92E9-D479E8A27E57}" srcOrd="2" destOrd="0" presId="urn:microsoft.com/office/officeart/2016/7/layout/HorizontalActionList"/>
    <dgm:cxn modelId="{0D447753-500A-4C87-9082-3F7420106865}" type="presParOf" srcId="{C8493FE7-721D-481B-92E9-D479E8A27E57}" destId="{BA7B222D-019A-4C0D-9908-0750E1B62AA1}" srcOrd="0" destOrd="0" presId="urn:microsoft.com/office/officeart/2016/7/layout/HorizontalActionList"/>
    <dgm:cxn modelId="{D27C53AA-B95D-4901-84CC-AA05B3D69FA1}" type="presParOf" srcId="{C8493FE7-721D-481B-92E9-D479E8A27E57}" destId="{61886D36-736C-48AE-B540-A7127AAF0E3B}" srcOrd="1" destOrd="0" presId="urn:microsoft.com/office/officeart/2016/7/layout/HorizontalActionList"/>
    <dgm:cxn modelId="{3FAFD019-F1CC-4B3B-8690-6ADD98FA8782}" type="presParOf" srcId="{59686076-8C01-4853-A180-23CBAE04AA72}" destId="{2A376799-16AE-47E8-86B8-61055755DB45}" srcOrd="3" destOrd="0" presId="urn:microsoft.com/office/officeart/2016/7/layout/HorizontalActionList"/>
    <dgm:cxn modelId="{36E68CD3-6B2E-46CD-81DF-4854947DC620}" type="presParOf" srcId="{59686076-8C01-4853-A180-23CBAE04AA72}" destId="{247FAFA2-7F3F-4C15-8813-52F853E48544}" srcOrd="4" destOrd="0" presId="urn:microsoft.com/office/officeart/2016/7/layout/HorizontalActionList"/>
    <dgm:cxn modelId="{A56E79BE-E06E-4E2D-BBE3-F55AD6F81EFC}" type="presParOf" srcId="{247FAFA2-7F3F-4C15-8813-52F853E48544}" destId="{684B417C-DE9B-4B0B-A4A4-DFA5D01E7EAB}" srcOrd="0" destOrd="0" presId="urn:microsoft.com/office/officeart/2016/7/layout/HorizontalActionList"/>
    <dgm:cxn modelId="{57913871-AE56-46B9-80DC-F1B7DFCE8D12}" type="presParOf" srcId="{247FAFA2-7F3F-4C15-8813-52F853E48544}" destId="{69C5DC75-C93D-4299-AD7D-B004D54A18C2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2FEDDC-E141-4054-9055-4A4F981A00AB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0F2A8E-7095-4707-BA42-F620CDE9D420}">
      <dgm:prSet/>
      <dgm:spPr/>
      <dgm:t>
        <a:bodyPr/>
        <a:lstStyle/>
        <a:p>
          <a:r>
            <a:rPr lang="en-US" dirty="0" err="1"/>
            <a:t>Analyse</a:t>
          </a:r>
          <a:r>
            <a:rPr lang="en-US" dirty="0"/>
            <a:t> 1 - output per </a:t>
          </a:r>
          <a:r>
            <a:rPr lang="en-US" dirty="0" err="1"/>
            <a:t>categorie</a:t>
          </a:r>
          <a:r>
            <a:rPr lang="en-US" dirty="0"/>
            <a:t> </a:t>
          </a:r>
          <a:r>
            <a:rPr lang="en-US" dirty="0" err="1"/>
            <a:t>experimenten</a:t>
          </a:r>
          <a:endParaRPr lang="en-US" dirty="0"/>
        </a:p>
      </dgm:t>
    </dgm:pt>
    <dgm:pt modelId="{73A52DB2-FB05-489C-B2C4-E7B5B211C90E}" type="parTrans" cxnId="{80C7F066-68DB-45B3-A5E8-F07CA44779E7}">
      <dgm:prSet/>
      <dgm:spPr/>
      <dgm:t>
        <a:bodyPr/>
        <a:lstStyle/>
        <a:p>
          <a:endParaRPr lang="en-US"/>
        </a:p>
      </dgm:t>
    </dgm:pt>
    <dgm:pt modelId="{255F6AA9-1311-47EE-9A56-A16B5E07B88E}" type="sibTrans" cxnId="{80C7F066-68DB-45B3-A5E8-F07CA44779E7}">
      <dgm:prSet/>
      <dgm:spPr/>
      <dgm:t>
        <a:bodyPr/>
        <a:lstStyle/>
        <a:p>
          <a:endParaRPr lang="en-US"/>
        </a:p>
      </dgm:t>
    </dgm:pt>
    <dgm:pt modelId="{EB810350-3C3A-4F45-B499-7DFA885593E6}">
      <dgm:prSet/>
      <dgm:spPr/>
      <dgm:t>
        <a:bodyPr/>
        <a:lstStyle/>
        <a:p>
          <a:r>
            <a:rPr lang="en-US" dirty="0" err="1"/>
            <a:t>Experimenten</a:t>
          </a:r>
          <a:r>
            <a:rPr lang="en-US" dirty="0"/>
            <a:t> </a:t>
          </a:r>
          <a:r>
            <a:rPr lang="en-US" dirty="0" err="1"/>
            <a:t>zon</a:t>
          </a:r>
          <a:r>
            <a:rPr lang="en-US" dirty="0"/>
            <a:t>-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windopwek</a:t>
          </a:r>
          <a:endParaRPr lang="en-US" dirty="0"/>
        </a:p>
      </dgm:t>
    </dgm:pt>
    <dgm:pt modelId="{F0EF7548-1988-4B43-976F-7CE5A7906E07}" type="parTrans" cxnId="{837F68EB-F8E0-41A2-8502-1B6F7FF5518F}">
      <dgm:prSet/>
      <dgm:spPr/>
      <dgm:t>
        <a:bodyPr/>
        <a:lstStyle/>
        <a:p>
          <a:endParaRPr lang="en-US"/>
        </a:p>
      </dgm:t>
    </dgm:pt>
    <dgm:pt modelId="{50CE2845-58E9-45E8-9BE0-66F40A122E45}" type="sibTrans" cxnId="{837F68EB-F8E0-41A2-8502-1B6F7FF5518F}">
      <dgm:prSet/>
      <dgm:spPr/>
      <dgm:t>
        <a:bodyPr/>
        <a:lstStyle/>
        <a:p>
          <a:endParaRPr lang="en-US"/>
        </a:p>
      </dgm:t>
    </dgm:pt>
    <dgm:pt modelId="{BD8EC63B-DB40-4264-B810-F892132C18D1}">
      <dgm:prSet/>
      <dgm:spPr/>
      <dgm:t>
        <a:bodyPr/>
        <a:lstStyle/>
        <a:p>
          <a:r>
            <a:rPr lang="en-US" dirty="0" err="1"/>
            <a:t>Experimenten</a:t>
          </a:r>
          <a:r>
            <a:rPr lang="en-US" dirty="0"/>
            <a:t> export </a:t>
          </a:r>
          <a:r>
            <a:rPr lang="en-US" dirty="0" err="1"/>
            <a:t>hogere</a:t>
          </a:r>
          <a:r>
            <a:rPr lang="en-US" dirty="0"/>
            <a:t> </a:t>
          </a:r>
          <a:r>
            <a:rPr lang="en-US" dirty="0" err="1"/>
            <a:t>spanningsnetwerk</a:t>
          </a:r>
          <a:endParaRPr lang="en-US" dirty="0"/>
        </a:p>
      </dgm:t>
    </dgm:pt>
    <dgm:pt modelId="{3272B6DF-5306-4A21-B533-C5F8B011287D}" type="parTrans" cxnId="{FA160050-A628-4DDC-837E-0C60511B4B47}">
      <dgm:prSet/>
      <dgm:spPr/>
      <dgm:t>
        <a:bodyPr/>
        <a:lstStyle/>
        <a:p>
          <a:endParaRPr lang="en-US"/>
        </a:p>
      </dgm:t>
    </dgm:pt>
    <dgm:pt modelId="{C27F86C6-83DF-4DB0-8F7D-AC07694FC1A6}" type="sibTrans" cxnId="{FA160050-A628-4DDC-837E-0C60511B4B47}">
      <dgm:prSet/>
      <dgm:spPr/>
      <dgm:t>
        <a:bodyPr/>
        <a:lstStyle/>
        <a:p>
          <a:endParaRPr lang="en-US"/>
        </a:p>
      </dgm:t>
    </dgm:pt>
    <dgm:pt modelId="{3C0E7E3D-1475-45DC-8A78-7CABAD5DDA1F}">
      <dgm:prSet/>
      <dgm:spPr/>
      <dgm:t>
        <a:bodyPr/>
        <a:lstStyle/>
        <a:p>
          <a:r>
            <a:rPr lang="en-US"/>
            <a:t>Experimenten optie indirect injecteren</a:t>
          </a:r>
        </a:p>
      </dgm:t>
    </dgm:pt>
    <dgm:pt modelId="{C2B809C4-F0C9-4A93-BE7F-9546FAB3A85A}" type="parTrans" cxnId="{00969713-0794-4FDB-8ABB-AE0238D08853}">
      <dgm:prSet/>
      <dgm:spPr/>
      <dgm:t>
        <a:bodyPr/>
        <a:lstStyle/>
        <a:p>
          <a:endParaRPr lang="en-US"/>
        </a:p>
      </dgm:t>
    </dgm:pt>
    <dgm:pt modelId="{6F5A3C05-1EEA-478C-B58B-5BFB962FB152}" type="sibTrans" cxnId="{00969713-0794-4FDB-8ABB-AE0238D08853}">
      <dgm:prSet/>
      <dgm:spPr/>
      <dgm:t>
        <a:bodyPr/>
        <a:lstStyle/>
        <a:p>
          <a:endParaRPr lang="en-US"/>
        </a:p>
      </dgm:t>
    </dgm:pt>
    <dgm:pt modelId="{5A12257A-58EC-4ED0-94BF-6F7132023A50}">
      <dgm:prSet/>
      <dgm:spPr/>
      <dgm:t>
        <a:bodyPr/>
        <a:lstStyle/>
        <a:p>
          <a:r>
            <a:rPr lang="en-US" dirty="0" err="1"/>
            <a:t>Analyse</a:t>
          </a:r>
          <a:r>
            <a:rPr lang="en-US" dirty="0"/>
            <a:t> 2 - </a:t>
          </a:r>
          <a:r>
            <a:rPr lang="en-US" dirty="0" err="1"/>
            <a:t>sensitiviteitsanalyse</a:t>
          </a:r>
          <a:r>
            <a:rPr lang="en-US" dirty="0"/>
            <a:t> </a:t>
          </a:r>
          <a:r>
            <a:rPr lang="en-US" dirty="0" err="1"/>
            <a:t>vereiste</a:t>
          </a:r>
          <a:r>
            <a:rPr lang="en-US" dirty="0"/>
            <a:t> </a:t>
          </a:r>
          <a:r>
            <a:rPr lang="en-US" dirty="0" err="1"/>
            <a:t>opslagcapaciteit</a:t>
          </a:r>
          <a:endParaRPr lang="en-US" dirty="0"/>
        </a:p>
      </dgm:t>
    </dgm:pt>
    <dgm:pt modelId="{8BDAD0A2-E9D0-47E2-97A0-45826A2A55B6}" type="parTrans" cxnId="{2E6FC923-152A-40BC-8935-EE3DAC33A0ED}">
      <dgm:prSet/>
      <dgm:spPr/>
      <dgm:t>
        <a:bodyPr/>
        <a:lstStyle/>
        <a:p>
          <a:endParaRPr lang="en-US"/>
        </a:p>
      </dgm:t>
    </dgm:pt>
    <dgm:pt modelId="{C5FDA523-E122-4250-98C7-391A063DEC31}" type="sibTrans" cxnId="{2E6FC923-152A-40BC-8935-EE3DAC33A0ED}">
      <dgm:prSet/>
      <dgm:spPr/>
      <dgm:t>
        <a:bodyPr/>
        <a:lstStyle/>
        <a:p>
          <a:endParaRPr lang="en-US"/>
        </a:p>
      </dgm:t>
    </dgm:pt>
    <dgm:pt modelId="{5D9DEBC3-BF50-4422-ABD5-18597F124C17}" type="pres">
      <dgm:prSet presAssocID="{4D2FEDDC-E141-4054-9055-4A4F981A00AB}" presName="Name0" presStyleCnt="0">
        <dgm:presLayoutVars>
          <dgm:dir/>
          <dgm:animLvl val="lvl"/>
          <dgm:resizeHandles val="exact"/>
        </dgm:presLayoutVars>
      </dgm:prSet>
      <dgm:spPr/>
    </dgm:pt>
    <dgm:pt modelId="{D04331F8-3358-44CE-B163-36223487AE1C}" type="pres">
      <dgm:prSet presAssocID="{5A12257A-58EC-4ED0-94BF-6F7132023A50}" presName="boxAndChildren" presStyleCnt="0"/>
      <dgm:spPr/>
    </dgm:pt>
    <dgm:pt modelId="{BBDAFCF2-C183-4D0D-9781-66129DF3D165}" type="pres">
      <dgm:prSet presAssocID="{5A12257A-58EC-4ED0-94BF-6F7132023A50}" presName="parentTextBox" presStyleLbl="node1" presStyleIdx="0" presStyleCnt="2"/>
      <dgm:spPr/>
    </dgm:pt>
    <dgm:pt modelId="{B423F950-F42E-4C3E-8EA7-0EB090A9CACD}" type="pres">
      <dgm:prSet presAssocID="{255F6AA9-1311-47EE-9A56-A16B5E07B88E}" presName="sp" presStyleCnt="0"/>
      <dgm:spPr/>
    </dgm:pt>
    <dgm:pt modelId="{0FDC0E98-C6E8-4DAC-8C15-C1661199D679}" type="pres">
      <dgm:prSet presAssocID="{8F0F2A8E-7095-4707-BA42-F620CDE9D420}" presName="arrowAndChildren" presStyleCnt="0"/>
      <dgm:spPr/>
    </dgm:pt>
    <dgm:pt modelId="{D470166C-0EE4-4511-AA88-6F18883C9369}" type="pres">
      <dgm:prSet presAssocID="{8F0F2A8E-7095-4707-BA42-F620CDE9D420}" presName="parentTextArrow" presStyleLbl="node1" presStyleIdx="0" presStyleCnt="2"/>
      <dgm:spPr/>
    </dgm:pt>
    <dgm:pt modelId="{B674EEE1-B4E8-45F4-86A5-DEE8DC095AAB}" type="pres">
      <dgm:prSet presAssocID="{8F0F2A8E-7095-4707-BA42-F620CDE9D420}" presName="arrow" presStyleLbl="node1" presStyleIdx="1" presStyleCnt="2"/>
      <dgm:spPr/>
    </dgm:pt>
    <dgm:pt modelId="{25354BE2-FEDC-4DCE-A8FF-4370214CFA2D}" type="pres">
      <dgm:prSet presAssocID="{8F0F2A8E-7095-4707-BA42-F620CDE9D420}" presName="descendantArrow" presStyleCnt="0"/>
      <dgm:spPr/>
    </dgm:pt>
    <dgm:pt modelId="{439FEFAE-5F3A-40E1-AA59-57A634A9B60F}" type="pres">
      <dgm:prSet presAssocID="{EB810350-3C3A-4F45-B499-7DFA885593E6}" presName="childTextArrow" presStyleLbl="fgAccFollowNode1" presStyleIdx="0" presStyleCnt="3">
        <dgm:presLayoutVars>
          <dgm:bulletEnabled val="1"/>
        </dgm:presLayoutVars>
      </dgm:prSet>
      <dgm:spPr/>
    </dgm:pt>
    <dgm:pt modelId="{BF1C33F7-BCD3-4B4E-8D5E-1CDD947431E0}" type="pres">
      <dgm:prSet presAssocID="{BD8EC63B-DB40-4264-B810-F892132C18D1}" presName="childTextArrow" presStyleLbl="fgAccFollowNode1" presStyleIdx="1" presStyleCnt="3">
        <dgm:presLayoutVars>
          <dgm:bulletEnabled val="1"/>
        </dgm:presLayoutVars>
      </dgm:prSet>
      <dgm:spPr/>
    </dgm:pt>
    <dgm:pt modelId="{05217591-99DB-4FDB-A11F-CB3B833223C5}" type="pres">
      <dgm:prSet presAssocID="{3C0E7E3D-1475-45DC-8A78-7CABAD5DDA1F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6C545105-EC08-4A7A-9E4E-A030453922A9}" type="presOf" srcId="{4D2FEDDC-E141-4054-9055-4A4F981A00AB}" destId="{5D9DEBC3-BF50-4422-ABD5-18597F124C17}" srcOrd="0" destOrd="0" presId="urn:microsoft.com/office/officeart/2005/8/layout/process4"/>
    <dgm:cxn modelId="{00969713-0794-4FDB-8ABB-AE0238D08853}" srcId="{8F0F2A8E-7095-4707-BA42-F620CDE9D420}" destId="{3C0E7E3D-1475-45DC-8A78-7CABAD5DDA1F}" srcOrd="2" destOrd="0" parTransId="{C2B809C4-F0C9-4A93-BE7F-9546FAB3A85A}" sibTransId="{6F5A3C05-1EEA-478C-B58B-5BFB962FB152}"/>
    <dgm:cxn modelId="{2E6FC923-152A-40BC-8935-EE3DAC33A0ED}" srcId="{4D2FEDDC-E141-4054-9055-4A4F981A00AB}" destId="{5A12257A-58EC-4ED0-94BF-6F7132023A50}" srcOrd="1" destOrd="0" parTransId="{8BDAD0A2-E9D0-47E2-97A0-45826A2A55B6}" sibTransId="{C5FDA523-E122-4250-98C7-391A063DEC31}"/>
    <dgm:cxn modelId="{80C7F066-68DB-45B3-A5E8-F07CA44779E7}" srcId="{4D2FEDDC-E141-4054-9055-4A4F981A00AB}" destId="{8F0F2A8E-7095-4707-BA42-F620CDE9D420}" srcOrd="0" destOrd="0" parTransId="{73A52DB2-FB05-489C-B2C4-E7B5B211C90E}" sibTransId="{255F6AA9-1311-47EE-9A56-A16B5E07B88E}"/>
    <dgm:cxn modelId="{FA160050-A628-4DDC-837E-0C60511B4B47}" srcId="{8F0F2A8E-7095-4707-BA42-F620CDE9D420}" destId="{BD8EC63B-DB40-4264-B810-F892132C18D1}" srcOrd="1" destOrd="0" parTransId="{3272B6DF-5306-4A21-B533-C5F8B011287D}" sibTransId="{C27F86C6-83DF-4DB0-8F7D-AC07694FC1A6}"/>
    <dgm:cxn modelId="{F87AF294-6820-4FFB-A96C-E7CA038689CA}" type="presOf" srcId="{8F0F2A8E-7095-4707-BA42-F620CDE9D420}" destId="{B674EEE1-B4E8-45F4-86A5-DEE8DC095AAB}" srcOrd="1" destOrd="0" presId="urn:microsoft.com/office/officeart/2005/8/layout/process4"/>
    <dgm:cxn modelId="{AB955DA5-A159-4B68-8DBD-9FF774CCE7DE}" type="presOf" srcId="{EB810350-3C3A-4F45-B499-7DFA885593E6}" destId="{439FEFAE-5F3A-40E1-AA59-57A634A9B60F}" srcOrd="0" destOrd="0" presId="urn:microsoft.com/office/officeart/2005/8/layout/process4"/>
    <dgm:cxn modelId="{41FB3BBB-8E04-492C-93C5-75A609DA3AA3}" type="presOf" srcId="{5A12257A-58EC-4ED0-94BF-6F7132023A50}" destId="{BBDAFCF2-C183-4D0D-9781-66129DF3D165}" srcOrd="0" destOrd="0" presId="urn:microsoft.com/office/officeart/2005/8/layout/process4"/>
    <dgm:cxn modelId="{E64005D9-6DBD-4B55-89D9-D3C2984E2ADF}" type="presOf" srcId="{BD8EC63B-DB40-4264-B810-F892132C18D1}" destId="{BF1C33F7-BCD3-4B4E-8D5E-1CDD947431E0}" srcOrd="0" destOrd="0" presId="urn:microsoft.com/office/officeart/2005/8/layout/process4"/>
    <dgm:cxn modelId="{7A9B91DB-7B4D-4B23-95A3-6615ACAD3BE7}" type="presOf" srcId="{3C0E7E3D-1475-45DC-8A78-7CABAD5DDA1F}" destId="{05217591-99DB-4FDB-A11F-CB3B833223C5}" srcOrd="0" destOrd="0" presId="urn:microsoft.com/office/officeart/2005/8/layout/process4"/>
    <dgm:cxn modelId="{A0BCF2E5-2B04-41CC-9B9D-DDA1D5FAEC72}" type="presOf" srcId="{8F0F2A8E-7095-4707-BA42-F620CDE9D420}" destId="{D470166C-0EE4-4511-AA88-6F18883C9369}" srcOrd="0" destOrd="0" presId="urn:microsoft.com/office/officeart/2005/8/layout/process4"/>
    <dgm:cxn modelId="{837F68EB-F8E0-41A2-8502-1B6F7FF5518F}" srcId="{8F0F2A8E-7095-4707-BA42-F620CDE9D420}" destId="{EB810350-3C3A-4F45-B499-7DFA885593E6}" srcOrd="0" destOrd="0" parTransId="{F0EF7548-1988-4B43-976F-7CE5A7906E07}" sibTransId="{50CE2845-58E9-45E8-9BE0-66F40A122E45}"/>
    <dgm:cxn modelId="{2EDA07A6-0E86-4934-8382-E015CD48A2A0}" type="presParOf" srcId="{5D9DEBC3-BF50-4422-ABD5-18597F124C17}" destId="{D04331F8-3358-44CE-B163-36223487AE1C}" srcOrd="0" destOrd="0" presId="urn:microsoft.com/office/officeart/2005/8/layout/process4"/>
    <dgm:cxn modelId="{8AA3FF59-EE72-4E54-AD4E-E2F104DE3991}" type="presParOf" srcId="{D04331F8-3358-44CE-B163-36223487AE1C}" destId="{BBDAFCF2-C183-4D0D-9781-66129DF3D165}" srcOrd="0" destOrd="0" presId="urn:microsoft.com/office/officeart/2005/8/layout/process4"/>
    <dgm:cxn modelId="{A7241FBF-953C-444A-91E3-370D2D086682}" type="presParOf" srcId="{5D9DEBC3-BF50-4422-ABD5-18597F124C17}" destId="{B423F950-F42E-4C3E-8EA7-0EB090A9CACD}" srcOrd="1" destOrd="0" presId="urn:microsoft.com/office/officeart/2005/8/layout/process4"/>
    <dgm:cxn modelId="{6703635D-CEA3-4F41-A40B-87E52B7573D2}" type="presParOf" srcId="{5D9DEBC3-BF50-4422-ABD5-18597F124C17}" destId="{0FDC0E98-C6E8-4DAC-8C15-C1661199D679}" srcOrd="2" destOrd="0" presId="urn:microsoft.com/office/officeart/2005/8/layout/process4"/>
    <dgm:cxn modelId="{EAA99A3E-4180-49DE-B008-AB24733FE9BB}" type="presParOf" srcId="{0FDC0E98-C6E8-4DAC-8C15-C1661199D679}" destId="{D470166C-0EE4-4511-AA88-6F18883C9369}" srcOrd="0" destOrd="0" presId="urn:microsoft.com/office/officeart/2005/8/layout/process4"/>
    <dgm:cxn modelId="{9A5D50A1-295A-4A44-B8A8-D5716DAECC68}" type="presParOf" srcId="{0FDC0E98-C6E8-4DAC-8C15-C1661199D679}" destId="{B674EEE1-B4E8-45F4-86A5-DEE8DC095AAB}" srcOrd="1" destOrd="0" presId="urn:microsoft.com/office/officeart/2005/8/layout/process4"/>
    <dgm:cxn modelId="{F1E9DF95-5199-4D7A-8E1B-741329AC4E96}" type="presParOf" srcId="{0FDC0E98-C6E8-4DAC-8C15-C1661199D679}" destId="{25354BE2-FEDC-4DCE-A8FF-4370214CFA2D}" srcOrd="2" destOrd="0" presId="urn:microsoft.com/office/officeart/2005/8/layout/process4"/>
    <dgm:cxn modelId="{6E8C6CB7-4E26-4F5C-B93F-53ED53363F5D}" type="presParOf" srcId="{25354BE2-FEDC-4DCE-A8FF-4370214CFA2D}" destId="{439FEFAE-5F3A-40E1-AA59-57A634A9B60F}" srcOrd="0" destOrd="0" presId="urn:microsoft.com/office/officeart/2005/8/layout/process4"/>
    <dgm:cxn modelId="{470C4827-B678-4CE1-A858-FD2D3B303D9C}" type="presParOf" srcId="{25354BE2-FEDC-4DCE-A8FF-4370214CFA2D}" destId="{BF1C33F7-BCD3-4B4E-8D5E-1CDD947431E0}" srcOrd="1" destOrd="0" presId="urn:microsoft.com/office/officeart/2005/8/layout/process4"/>
    <dgm:cxn modelId="{17613339-F873-45D0-B8F5-A887BE55B83F}" type="presParOf" srcId="{25354BE2-FEDC-4DCE-A8FF-4370214CFA2D}" destId="{05217591-99DB-4FDB-A11F-CB3B833223C5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8CF37-321A-4110-AE47-53B4007389E1}">
      <dsp:nvSpPr>
        <dsp:cNvPr id="0" name=""/>
        <dsp:cNvSpPr/>
      </dsp:nvSpPr>
      <dsp:spPr>
        <a:xfrm>
          <a:off x="0" y="373202"/>
          <a:ext cx="10353675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560" tIns="354076" rIns="80356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Landelijk congestieprobleem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Inperking lokale opwek</a:t>
          </a:r>
        </a:p>
      </dsp:txBody>
      <dsp:txXfrm>
        <a:off x="0" y="373202"/>
        <a:ext cx="10353675" cy="963900"/>
      </dsp:txXfrm>
    </dsp:sp>
    <dsp:sp modelId="{09D29FB6-B711-4C8F-9F1C-E788D0CC4618}">
      <dsp:nvSpPr>
        <dsp:cNvPr id="0" name=""/>
        <dsp:cNvSpPr/>
      </dsp:nvSpPr>
      <dsp:spPr>
        <a:xfrm>
          <a:off x="517683" y="122282"/>
          <a:ext cx="7247572" cy="501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3941" tIns="0" rIns="27394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Locatie wind- en zonne-energie niet overeenkomstig met locatie vraag (Kroniger &amp; Madener, 2014)</a:t>
          </a:r>
        </a:p>
      </dsp:txBody>
      <dsp:txXfrm>
        <a:off x="542181" y="146780"/>
        <a:ext cx="7198576" cy="452844"/>
      </dsp:txXfrm>
    </dsp:sp>
    <dsp:sp modelId="{8DFB8B8B-5600-48A9-BFBA-D3C8F6AC73D2}">
      <dsp:nvSpPr>
        <dsp:cNvPr id="0" name=""/>
        <dsp:cNvSpPr/>
      </dsp:nvSpPr>
      <dsp:spPr>
        <a:xfrm>
          <a:off x="0" y="1679822"/>
          <a:ext cx="10353675" cy="1204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801524"/>
              <a:satOff val="-9438"/>
              <a:lumOff val="62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560" tIns="354076" rIns="80356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Aanzienlijke mogelijkheid zonder aanpassingen gasinfrastructuur (Scamman &amp; Newborough, 2016)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Voordelen flexibiliteit energieopwek (Qadrdan, Abeysekera, Chaudry, Wu, &amp; Jenkins, 2015)</a:t>
          </a:r>
        </a:p>
      </dsp:txBody>
      <dsp:txXfrm>
        <a:off x="0" y="1679822"/>
        <a:ext cx="10353675" cy="1204875"/>
      </dsp:txXfrm>
    </dsp:sp>
    <dsp:sp modelId="{29078F0B-FA52-4B39-A717-4B65C3F50CBC}">
      <dsp:nvSpPr>
        <dsp:cNvPr id="0" name=""/>
        <dsp:cNvSpPr/>
      </dsp:nvSpPr>
      <dsp:spPr>
        <a:xfrm>
          <a:off x="517683" y="1428902"/>
          <a:ext cx="7247572" cy="501840"/>
        </a:xfrm>
        <a:prstGeom prst="roundRect">
          <a:avLst/>
        </a:prstGeom>
        <a:gradFill rotWithShape="0">
          <a:gsLst>
            <a:gs pos="0">
              <a:schemeClr val="accent5">
                <a:hueOff val="801524"/>
                <a:satOff val="-9438"/>
                <a:lumOff val="6274"/>
                <a:alphaOff val="0"/>
                <a:tint val="96000"/>
                <a:lumMod val="104000"/>
              </a:schemeClr>
            </a:gs>
            <a:gs pos="100000">
              <a:schemeClr val="accent5">
                <a:hueOff val="801524"/>
                <a:satOff val="-9438"/>
                <a:lumOff val="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3941" tIns="0" rIns="27394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Omzetten overschot lokale opwek in waterstof en dit injecteren in gasnetwerk</a:t>
          </a:r>
        </a:p>
      </dsp:txBody>
      <dsp:txXfrm>
        <a:off x="542181" y="1453400"/>
        <a:ext cx="7198576" cy="452844"/>
      </dsp:txXfrm>
    </dsp:sp>
    <dsp:sp modelId="{AC30C046-F1F5-4657-92DA-FB9A1D87B8B9}">
      <dsp:nvSpPr>
        <dsp:cNvPr id="0" name=""/>
        <dsp:cNvSpPr/>
      </dsp:nvSpPr>
      <dsp:spPr>
        <a:xfrm>
          <a:off x="0" y="3227417"/>
          <a:ext cx="10353675" cy="709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1603047"/>
              <a:satOff val="-18876"/>
              <a:lumOff val="125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560" tIns="354076" rIns="80356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Marginale afname in effectiviteit opslag bij toename opslagcapaciteit</a:t>
          </a:r>
        </a:p>
      </dsp:txBody>
      <dsp:txXfrm>
        <a:off x="0" y="3227417"/>
        <a:ext cx="10353675" cy="709537"/>
      </dsp:txXfrm>
    </dsp:sp>
    <dsp:sp modelId="{68C48FEB-671B-4100-9EB8-BE20CF128DC4}">
      <dsp:nvSpPr>
        <dsp:cNvPr id="0" name=""/>
        <dsp:cNvSpPr/>
      </dsp:nvSpPr>
      <dsp:spPr>
        <a:xfrm>
          <a:off x="517683" y="2976497"/>
          <a:ext cx="7247572" cy="501840"/>
        </a:xfrm>
        <a:prstGeom prst="roundRect">
          <a:avLst/>
        </a:prstGeom>
        <a:gradFill rotWithShape="0">
          <a:gsLst>
            <a:gs pos="0">
              <a:schemeClr val="accent5">
                <a:hueOff val="1603047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7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3941" tIns="0" rIns="27394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Combineren waterstof voor injectie en opslag</a:t>
          </a:r>
        </a:p>
      </dsp:txBody>
      <dsp:txXfrm>
        <a:off x="542181" y="3000995"/>
        <a:ext cx="7198576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719E6-5A25-4589-AB51-41AD42874ACE}">
      <dsp:nvSpPr>
        <dsp:cNvPr id="0" name=""/>
        <dsp:cNvSpPr/>
      </dsp:nvSpPr>
      <dsp:spPr>
        <a:xfrm rot="5400000">
          <a:off x="6537974" y="-2683117"/>
          <a:ext cx="1005048" cy="6626352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solidFill>
                <a:schemeClr val="bg1"/>
              </a:solidFill>
            </a:rPr>
            <a:t>Functionaliteit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huishoudelijke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gastoestellen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zonder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aanpassingen</a:t>
          </a:r>
          <a:r>
            <a:rPr lang="en-US" sz="2000" kern="1200" dirty="0">
              <a:solidFill>
                <a:schemeClr val="bg1"/>
              </a:solidFill>
            </a:rPr>
            <a:t> (</a:t>
          </a:r>
          <a:r>
            <a:rPr lang="en-US" sz="2000" kern="1200" dirty="0" err="1">
              <a:solidFill>
                <a:schemeClr val="bg1"/>
              </a:solidFill>
            </a:rPr>
            <a:t>Kiwa</a:t>
          </a:r>
          <a:r>
            <a:rPr lang="en-US" sz="2000" kern="1200" dirty="0">
              <a:solidFill>
                <a:schemeClr val="bg1"/>
              </a:solidFill>
            </a:rPr>
            <a:t>, 2020)</a:t>
          </a:r>
        </a:p>
      </dsp:txBody>
      <dsp:txXfrm rot="-5400000">
        <a:off x="3727322" y="176597"/>
        <a:ext cx="6577290" cy="906924"/>
      </dsp:txXfrm>
    </dsp:sp>
    <dsp:sp modelId="{6AD3D028-CC26-48D8-B544-4CD6B2046634}">
      <dsp:nvSpPr>
        <dsp:cNvPr id="0" name=""/>
        <dsp:cNvSpPr/>
      </dsp:nvSpPr>
      <dsp:spPr>
        <a:xfrm>
          <a:off x="0" y="1903"/>
          <a:ext cx="3727323" cy="125631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3% </a:t>
          </a:r>
          <a:r>
            <a:rPr lang="en-US" sz="3200" kern="1200" dirty="0" err="1"/>
            <a:t>maximale</a:t>
          </a:r>
          <a:r>
            <a:rPr lang="en-US" sz="3200" kern="1200" dirty="0"/>
            <a:t> </a:t>
          </a:r>
          <a:r>
            <a:rPr lang="en-US" sz="3200" kern="1200" dirty="0" err="1"/>
            <a:t>injectie</a:t>
          </a:r>
          <a:endParaRPr lang="en-US" sz="3200" kern="1200" dirty="0"/>
        </a:p>
      </dsp:txBody>
      <dsp:txXfrm>
        <a:off x="61328" y="63231"/>
        <a:ext cx="3604667" cy="1133654"/>
      </dsp:txXfrm>
    </dsp:sp>
    <dsp:sp modelId="{23C235B2-4B46-46D5-853F-67252122590E}">
      <dsp:nvSpPr>
        <dsp:cNvPr id="0" name=""/>
        <dsp:cNvSpPr/>
      </dsp:nvSpPr>
      <dsp:spPr>
        <a:xfrm rot="5400000">
          <a:off x="6537974" y="-1363991"/>
          <a:ext cx="1005048" cy="6626352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solidFill>
                <a:schemeClr val="bg1"/>
              </a:solidFill>
            </a:rPr>
            <a:t>Bovengrens</a:t>
          </a:r>
          <a:r>
            <a:rPr lang="en-US" sz="2000" kern="1200" dirty="0">
              <a:solidFill>
                <a:schemeClr val="bg1"/>
              </a:solidFill>
            </a:rPr>
            <a:t> correct </a:t>
          </a:r>
          <a:r>
            <a:rPr lang="en-US" sz="2000" kern="1200" dirty="0" err="1">
              <a:solidFill>
                <a:schemeClr val="bg1"/>
              </a:solidFill>
            </a:rPr>
            <a:t>functioneren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gashoeveelheidmeters</a:t>
          </a:r>
          <a:r>
            <a:rPr lang="en-US" sz="2000" kern="1200" dirty="0">
              <a:solidFill>
                <a:schemeClr val="bg1"/>
              </a:solidFill>
            </a:rPr>
            <a:t> (</a:t>
          </a:r>
          <a:r>
            <a:rPr lang="en-US" sz="2000" kern="1200" dirty="0" err="1">
              <a:solidFill>
                <a:schemeClr val="bg1"/>
              </a:solidFill>
            </a:rPr>
            <a:t>Altfeld</a:t>
          </a:r>
          <a:r>
            <a:rPr lang="en-US" sz="2000" kern="1200" dirty="0">
              <a:solidFill>
                <a:schemeClr val="bg1"/>
              </a:solidFill>
            </a:rPr>
            <a:t> &amp; Pinchbeck, 2013)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chemeClr val="bg1"/>
              </a:solidFill>
            </a:rPr>
            <a:t>Door </a:t>
          </a:r>
          <a:r>
            <a:rPr lang="en-US" sz="2000" kern="1200" dirty="0" err="1">
              <a:solidFill>
                <a:schemeClr val="bg1"/>
              </a:solidFill>
            </a:rPr>
            <a:t>verandering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gaseigenschappen</a:t>
          </a:r>
          <a:endParaRPr lang="en-US" sz="2000" kern="1200" dirty="0">
            <a:solidFill>
              <a:schemeClr val="bg1"/>
            </a:solidFill>
          </a:endParaRPr>
        </a:p>
      </dsp:txBody>
      <dsp:txXfrm rot="-5400000">
        <a:off x="3727322" y="1495723"/>
        <a:ext cx="6577290" cy="906924"/>
      </dsp:txXfrm>
    </dsp:sp>
    <dsp:sp modelId="{FC77D68E-D77A-43B0-8D20-42DEEE594B2D}">
      <dsp:nvSpPr>
        <dsp:cNvPr id="0" name=""/>
        <dsp:cNvSpPr/>
      </dsp:nvSpPr>
      <dsp:spPr>
        <a:xfrm>
          <a:off x="0" y="1321029"/>
          <a:ext cx="3727323" cy="125631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10% </a:t>
          </a:r>
          <a:r>
            <a:rPr lang="en-US" sz="3200" kern="1200" dirty="0" err="1"/>
            <a:t>maximale</a:t>
          </a:r>
          <a:r>
            <a:rPr lang="en-US" sz="3200" kern="1200" dirty="0"/>
            <a:t> </a:t>
          </a:r>
          <a:r>
            <a:rPr lang="en-US" sz="3200" kern="1200" dirty="0" err="1"/>
            <a:t>injectie</a:t>
          </a:r>
          <a:endParaRPr lang="en-US" sz="3200" kern="1200" dirty="0"/>
        </a:p>
      </dsp:txBody>
      <dsp:txXfrm>
        <a:off x="61328" y="1382357"/>
        <a:ext cx="3604667" cy="1133654"/>
      </dsp:txXfrm>
    </dsp:sp>
    <dsp:sp modelId="{DD093598-F81A-425D-8901-89C4AF670AB0}">
      <dsp:nvSpPr>
        <dsp:cNvPr id="0" name=""/>
        <dsp:cNvSpPr/>
      </dsp:nvSpPr>
      <dsp:spPr>
        <a:xfrm rot="5400000">
          <a:off x="6537974" y="-44865"/>
          <a:ext cx="1005048" cy="6626352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 err="1">
              <a:solidFill>
                <a:schemeClr val="bg1"/>
              </a:solidFill>
            </a:rPr>
            <a:t>Bovengrens</a:t>
          </a:r>
          <a:r>
            <a:rPr lang="en-US" sz="2000" kern="1200" dirty="0">
              <a:solidFill>
                <a:schemeClr val="bg1"/>
              </a:solidFill>
            </a:rPr>
            <a:t> correct </a:t>
          </a:r>
          <a:r>
            <a:rPr lang="en-US" sz="2000" kern="1200" dirty="0" err="1">
              <a:solidFill>
                <a:schemeClr val="bg1"/>
              </a:solidFill>
            </a:rPr>
            <a:t>functioneren</a:t>
          </a:r>
          <a:r>
            <a:rPr lang="en-US" sz="2000" kern="1200" dirty="0">
              <a:solidFill>
                <a:schemeClr val="bg1"/>
              </a:solidFill>
            </a:rPr>
            <a:t> </a:t>
          </a:r>
          <a:r>
            <a:rPr lang="en-US" sz="2000" kern="1200" dirty="0" err="1">
              <a:solidFill>
                <a:schemeClr val="bg1"/>
              </a:solidFill>
            </a:rPr>
            <a:t>huisdrukregelaars</a:t>
          </a:r>
          <a:r>
            <a:rPr lang="en-US" sz="2000" kern="1200" dirty="0">
              <a:solidFill>
                <a:schemeClr val="bg1"/>
              </a:solidFill>
            </a:rPr>
            <a:t> (</a:t>
          </a:r>
          <a:r>
            <a:rPr lang="en-US" sz="2000" kern="1200" dirty="0" err="1">
              <a:solidFill>
                <a:schemeClr val="bg1"/>
              </a:solidFill>
            </a:rPr>
            <a:t>Kiwa</a:t>
          </a:r>
          <a:r>
            <a:rPr lang="en-US" sz="2000" kern="1200" dirty="0">
              <a:solidFill>
                <a:schemeClr val="bg1"/>
              </a:solidFill>
            </a:rPr>
            <a:t>, 2020)</a:t>
          </a:r>
        </a:p>
      </dsp:txBody>
      <dsp:txXfrm rot="-5400000">
        <a:off x="3727322" y="2814849"/>
        <a:ext cx="6577290" cy="906924"/>
      </dsp:txXfrm>
    </dsp:sp>
    <dsp:sp modelId="{F5A4BD39-E98E-4AEA-8065-A82462178C69}">
      <dsp:nvSpPr>
        <dsp:cNvPr id="0" name=""/>
        <dsp:cNvSpPr/>
      </dsp:nvSpPr>
      <dsp:spPr>
        <a:xfrm>
          <a:off x="0" y="2640155"/>
          <a:ext cx="3727323" cy="125631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20% </a:t>
          </a:r>
          <a:r>
            <a:rPr lang="en-US" sz="3200" kern="1200" dirty="0" err="1"/>
            <a:t>maximale</a:t>
          </a:r>
          <a:r>
            <a:rPr lang="en-US" sz="3200" kern="1200" dirty="0"/>
            <a:t> </a:t>
          </a:r>
          <a:r>
            <a:rPr lang="en-US" sz="3200" kern="1200" dirty="0" err="1"/>
            <a:t>injectie</a:t>
          </a:r>
          <a:endParaRPr lang="en-US" sz="3200" kern="1200" dirty="0"/>
        </a:p>
      </dsp:txBody>
      <dsp:txXfrm>
        <a:off x="61328" y="2701483"/>
        <a:ext cx="3604667" cy="1133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B7E2A-AA91-481A-A78F-792FE5A88646}">
      <dsp:nvSpPr>
        <dsp:cNvPr id="0" name=""/>
        <dsp:cNvSpPr/>
      </dsp:nvSpPr>
      <dsp:spPr>
        <a:xfrm>
          <a:off x="0" y="27693"/>
          <a:ext cx="6266011" cy="1085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Vereiste</a:t>
          </a:r>
          <a:r>
            <a:rPr lang="en-US" sz="2000" kern="1200" dirty="0"/>
            <a:t> </a:t>
          </a:r>
          <a:r>
            <a:rPr lang="en-US" sz="2000" kern="1200" dirty="0" err="1"/>
            <a:t>capacteit</a:t>
          </a:r>
          <a:r>
            <a:rPr lang="en-US" sz="2000" kern="1200" dirty="0"/>
            <a:t> </a:t>
          </a:r>
          <a:r>
            <a:rPr lang="en-US" sz="2000" kern="1200" dirty="0" err="1"/>
            <a:t>waterstofopslag</a:t>
          </a:r>
          <a:r>
            <a:rPr lang="en-US" sz="2000" kern="1200" dirty="0"/>
            <a:t> (kg </a:t>
          </a:r>
          <a:r>
            <a:rPr lang="en-US" sz="2000" kern="1200" dirty="0" err="1"/>
            <a:t>waterstof</a:t>
          </a:r>
          <a:r>
            <a:rPr lang="en-US" sz="2000" kern="1200" dirty="0"/>
            <a:t>)</a:t>
          </a:r>
        </a:p>
      </dsp:txBody>
      <dsp:txXfrm>
        <a:off x="53002" y="80695"/>
        <a:ext cx="6160007" cy="979756"/>
      </dsp:txXfrm>
    </dsp:sp>
    <dsp:sp modelId="{99162DD3-6909-4A5A-A1CF-486D082B9D70}">
      <dsp:nvSpPr>
        <dsp:cNvPr id="0" name=""/>
        <dsp:cNvSpPr/>
      </dsp:nvSpPr>
      <dsp:spPr>
        <a:xfrm>
          <a:off x="0" y="1280493"/>
          <a:ext cx="6266011" cy="1085760"/>
        </a:xfrm>
        <a:prstGeom prst="roundRect">
          <a:avLst/>
        </a:prstGeom>
        <a:gradFill rotWithShape="0">
          <a:gsLst>
            <a:gs pos="0">
              <a:schemeClr val="accent2">
                <a:hueOff val="-236686"/>
                <a:satOff val="-1956"/>
                <a:lumOff val="-4183"/>
                <a:alphaOff val="0"/>
                <a:tint val="96000"/>
                <a:lumMod val="104000"/>
              </a:schemeClr>
            </a:gs>
            <a:gs pos="100000">
              <a:schemeClr val="accent2">
                <a:hueOff val="-236686"/>
                <a:satOff val="-1956"/>
                <a:lumOff val="-4183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Percentage </a:t>
          </a:r>
          <a:r>
            <a:rPr lang="en-US" sz="2000" kern="1200" dirty="0" err="1"/>
            <a:t>opwek</a:t>
          </a:r>
          <a:r>
            <a:rPr lang="en-US" sz="2000" kern="1200" dirty="0"/>
            <a:t> </a:t>
          </a:r>
          <a:r>
            <a:rPr lang="en-US" sz="2000" kern="1200" dirty="0" err="1"/>
            <a:t>zon+wind</a:t>
          </a:r>
          <a:r>
            <a:rPr lang="en-US" sz="2000" kern="1200" dirty="0"/>
            <a:t> </a:t>
          </a:r>
          <a:r>
            <a:rPr lang="en-US" sz="2000" kern="1200" dirty="0" err="1"/>
            <a:t>dat</a:t>
          </a:r>
          <a:r>
            <a:rPr lang="en-US" sz="2000" kern="1200" dirty="0"/>
            <a:t> de </a:t>
          </a:r>
          <a:r>
            <a:rPr lang="en-US" sz="2000" kern="1200" dirty="0" err="1"/>
            <a:t>opslag</a:t>
          </a:r>
          <a:r>
            <a:rPr lang="en-US" sz="2000" kern="1200" dirty="0"/>
            <a:t> </a:t>
          </a:r>
          <a:r>
            <a:rPr lang="en-US" sz="2000" kern="1200" dirty="0" err="1"/>
            <a:t>bereikt</a:t>
          </a:r>
          <a:r>
            <a:rPr lang="en-US" sz="2000" kern="1200" dirty="0"/>
            <a:t> (%)</a:t>
          </a:r>
        </a:p>
      </dsp:txBody>
      <dsp:txXfrm>
        <a:off x="53002" y="1333495"/>
        <a:ext cx="6160007" cy="979756"/>
      </dsp:txXfrm>
    </dsp:sp>
    <dsp:sp modelId="{F85B7608-9AB0-440F-A6E4-D67BD5356176}">
      <dsp:nvSpPr>
        <dsp:cNvPr id="0" name=""/>
        <dsp:cNvSpPr/>
      </dsp:nvSpPr>
      <dsp:spPr>
        <a:xfrm>
          <a:off x="0" y="2533293"/>
          <a:ext cx="6266011" cy="1085760"/>
        </a:xfrm>
        <a:prstGeom prst="roundRect">
          <a:avLst/>
        </a:prstGeom>
        <a:gradFill rotWithShape="0">
          <a:gsLst>
            <a:gs pos="0">
              <a:schemeClr val="accent2">
                <a:hueOff val="-473373"/>
                <a:satOff val="-3912"/>
                <a:lumOff val="-8366"/>
                <a:alphaOff val="0"/>
                <a:tint val="96000"/>
                <a:lumMod val="104000"/>
              </a:schemeClr>
            </a:gs>
            <a:gs pos="100000">
              <a:schemeClr val="accent2">
                <a:hueOff val="-473373"/>
                <a:satOff val="-3912"/>
                <a:lumOff val="-8366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Volume </a:t>
          </a:r>
          <a:r>
            <a:rPr lang="en-US" sz="2000" kern="1200" dirty="0" err="1"/>
            <a:t>waterstof</a:t>
          </a:r>
          <a:r>
            <a:rPr lang="en-US" sz="2000" kern="1200" dirty="0"/>
            <a:t> </a:t>
          </a:r>
          <a:r>
            <a:rPr lang="en-US" sz="2000" kern="1200" dirty="0" err="1"/>
            <a:t>dat</a:t>
          </a:r>
          <a:r>
            <a:rPr lang="en-US" sz="2000" kern="1200" dirty="0"/>
            <a:t> </a:t>
          </a:r>
          <a:r>
            <a:rPr lang="en-US" sz="2000" kern="1200" dirty="0" err="1"/>
            <a:t>geïnjecteerd</a:t>
          </a:r>
          <a:r>
            <a:rPr lang="en-US" sz="2000" kern="1200" dirty="0"/>
            <a:t> </a:t>
          </a:r>
          <a:r>
            <a:rPr lang="en-US" sz="2000" kern="1200" dirty="0" err="1"/>
            <a:t>wordt</a:t>
          </a:r>
          <a:r>
            <a:rPr lang="en-US" sz="2000" kern="1200" dirty="0"/>
            <a:t> (kg </a:t>
          </a:r>
          <a:r>
            <a:rPr lang="en-US" sz="2000" kern="1200" dirty="0" err="1"/>
            <a:t>waterstof</a:t>
          </a:r>
          <a:r>
            <a:rPr lang="en-US" sz="2000" kern="1200" dirty="0"/>
            <a:t>)</a:t>
          </a:r>
        </a:p>
      </dsp:txBody>
      <dsp:txXfrm>
        <a:off x="53002" y="2586295"/>
        <a:ext cx="6160007" cy="979756"/>
      </dsp:txXfrm>
    </dsp:sp>
    <dsp:sp modelId="{950A21DE-D289-44E1-966E-09E10B8956AF}">
      <dsp:nvSpPr>
        <dsp:cNvPr id="0" name=""/>
        <dsp:cNvSpPr/>
      </dsp:nvSpPr>
      <dsp:spPr>
        <a:xfrm>
          <a:off x="0" y="3786093"/>
          <a:ext cx="6266011" cy="1085760"/>
        </a:xfrm>
        <a:prstGeom prst="roundRect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Percentage </a:t>
          </a:r>
          <a:r>
            <a:rPr lang="en-US" sz="2000" kern="1200" dirty="0" err="1"/>
            <a:t>opwek</a:t>
          </a:r>
          <a:r>
            <a:rPr lang="en-US" sz="2000" kern="1200" dirty="0"/>
            <a:t> </a:t>
          </a:r>
          <a:r>
            <a:rPr lang="en-US" sz="2000" kern="1200" dirty="0" err="1"/>
            <a:t>zon+wind</a:t>
          </a:r>
          <a:r>
            <a:rPr lang="en-US" sz="2000" kern="1200" dirty="0"/>
            <a:t> </a:t>
          </a:r>
          <a:r>
            <a:rPr lang="en-US" sz="2000" kern="1200" dirty="0" err="1"/>
            <a:t>dat</a:t>
          </a:r>
          <a:r>
            <a:rPr lang="en-US" sz="2000" kern="1200" dirty="0"/>
            <a:t> </a:t>
          </a:r>
          <a:r>
            <a:rPr lang="en-US" sz="2000" kern="1200" dirty="0" err="1"/>
            <a:t>geïnjecteerd</a:t>
          </a:r>
          <a:r>
            <a:rPr lang="en-US" sz="2000" kern="1200" dirty="0"/>
            <a:t> </a:t>
          </a:r>
          <a:r>
            <a:rPr lang="en-US" sz="2000" kern="1200" dirty="0" err="1"/>
            <a:t>wordt</a:t>
          </a:r>
          <a:r>
            <a:rPr lang="en-US" sz="2000" kern="1200" dirty="0"/>
            <a:t> (%)</a:t>
          </a:r>
        </a:p>
      </dsp:txBody>
      <dsp:txXfrm>
        <a:off x="53002" y="3839095"/>
        <a:ext cx="6160007" cy="9797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F84451-44B4-4F76-94C9-7CECCC7E9522}">
      <dsp:nvSpPr>
        <dsp:cNvPr id="0" name=""/>
        <dsp:cNvSpPr/>
      </dsp:nvSpPr>
      <dsp:spPr>
        <a:xfrm>
          <a:off x="8273" y="407742"/>
          <a:ext cx="3373779" cy="10121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04" tIns="266604" rIns="266604" bIns="266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Opwek</a:t>
          </a:r>
          <a:r>
            <a:rPr lang="en-US" sz="2800" kern="1200" dirty="0"/>
            <a:t> wind</a:t>
          </a:r>
        </a:p>
      </dsp:txBody>
      <dsp:txXfrm>
        <a:off x="8273" y="407742"/>
        <a:ext cx="3373779" cy="1012133"/>
      </dsp:txXfrm>
    </dsp:sp>
    <dsp:sp modelId="{96E7A3E2-6AA5-4321-860C-AA5D01439911}">
      <dsp:nvSpPr>
        <dsp:cNvPr id="0" name=""/>
        <dsp:cNvSpPr/>
      </dsp:nvSpPr>
      <dsp:spPr>
        <a:xfrm>
          <a:off x="8273" y="1419876"/>
          <a:ext cx="3373779" cy="207074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254" tIns="333254" rIns="333254" bIns="333254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 err="1"/>
            <a:t>Aantal</a:t>
          </a:r>
          <a:r>
            <a:rPr lang="en-US" sz="1100" kern="1200" dirty="0"/>
            <a:t> Enercon E-126 EP4 wind turbines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 err="1"/>
            <a:t>Gemiddelde</a:t>
          </a:r>
          <a:r>
            <a:rPr lang="en-US" sz="1100" kern="1200" dirty="0"/>
            <a:t> </a:t>
          </a:r>
          <a:r>
            <a:rPr lang="en-US" sz="1100" kern="1200" dirty="0" err="1"/>
            <a:t>snelheid</a:t>
          </a:r>
          <a:r>
            <a:rPr lang="en-US" sz="1100" kern="1200" dirty="0"/>
            <a:t> wind per </a:t>
          </a:r>
          <a:r>
            <a:rPr lang="en-US" sz="1100" kern="1200" dirty="0" err="1"/>
            <a:t>uur</a:t>
          </a:r>
          <a:r>
            <a:rPr lang="en-US" sz="1100" kern="1200" dirty="0"/>
            <a:t> (m/s)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900" kern="1200" dirty="0"/>
            <a:t>KNMI </a:t>
          </a:r>
          <a:r>
            <a:rPr lang="en-US" sz="900" kern="1200" dirty="0" err="1"/>
            <a:t>Marknesse</a:t>
          </a:r>
          <a:r>
            <a:rPr lang="en-US" sz="900" kern="1200" dirty="0"/>
            <a:t> </a:t>
          </a:r>
          <a:r>
            <a:rPr lang="en-US" sz="900" kern="1200" dirty="0" err="1"/>
            <a:t>weerstation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US" sz="9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Logarithmic wind profile </a:t>
          </a:r>
          <a:r>
            <a:rPr lang="en-US" sz="1100" kern="1200" dirty="0" err="1"/>
            <a:t>formule</a:t>
          </a:r>
          <a:endParaRPr lang="en-US" sz="1100" kern="1200" dirty="0"/>
        </a:p>
      </dsp:txBody>
      <dsp:txXfrm>
        <a:off x="8273" y="1419876"/>
        <a:ext cx="3373779" cy="2070749"/>
      </dsp:txXfrm>
    </dsp:sp>
    <dsp:sp modelId="{BA7B222D-019A-4C0D-9908-0750E1B62AA1}">
      <dsp:nvSpPr>
        <dsp:cNvPr id="0" name=""/>
        <dsp:cNvSpPr/>
      </dsp:nvSpPr>
      <dsp:spPr>
        <a:xfrm>
          <a:off x="3489374" y="407742"/>
          <a:ext cx="3373779" cy="101213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04" tIns="266604" rIns="266604" bIns="266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Opwek</a:t>
          </a:r>
          <a:r>
            <a:rPr lang="en-US" sz="2800" kern="1200" dirty="0"/>
            <a:t> </a:t>
          </a:r>
          <a:r>
            <a:rPr lang="en-US" sz="2800" kern="1200" dirty="0" err="1"/>
            <a:t>zon</a:t>
          </a:r>
          <a:endParaRPr lang="en-US" sz="2800" kern="1200" dirty="0"/>
        </a:p>
      </dsp:txBody>
      <dsp:txXfrm>
        <a:off x="3489374" y="407742"/>
        <a:ext cx="3373779" cy="1012133"/>
      </dsp:txXfrm>
    </dsp:sp>
    <dsp:sp modelId="{61886D36-736C-48AE-B540-A7127AAF0E3B}">
      <dsp:nvSpPr>
        <dsp:cNvPr id="0" name=""/>
        <dsp:cNvSpPr/>
      </dsp:nvSpPr>
      <dsp:spPr>
        <a:xfrm>
          <a:off x="3489947" y="1419876"/>
          <a:ext cx="3373779" cy="207074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254" tIns="333254" rIns="333254" bIns="333254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Capaciteit</a:t>
          </a:r>
          <a:r>
            <a:rPr lang="en-US" sz="1100" kern="1200" dirty="0"/>
            <a:t> </a:t>
          </a:r>
          <a:r>
            <a:rPr lang="en-US" sz="1100" kern="1200" dirty="0" err="1"/>
            <a:t>zon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Fractie</a:t>
          </a:r>
          <a:r>
            <a:rPr lang="en-US" sz="1100" kern="1200" dirty="0"/>
            <a:t> </a:t>
          </a:r>
          <a:r>
            <a:rPr lang="en-US" sz="1100" kern="1200" dirty="0" err="1"/>
            <a:t>totale</a:t>
          </a:r>
          <a:r>
            <a:rPr lang="en-US" sz="1100" kern="1200" dirty="0"/>
            <a:t> </a:t>
          </a:r>
          <a:r>
            <a:rPr lang="en-US" sz="1100" kern="1200" dirty="0" err="1"/>
            <a:t>globale</a:t>
          </a:r>
          <a:r>
            <a:rPr lang="en-US" sz="1100" kern="1200" dirty="0"/>
            <a:t> </a:t>
          </a:r>
          <a:r>
            <a:rPr lang="en-US" sz="1100" kern="1200" dirty="0" err="1"/>
            <a:t>straling</a:t>
          </a:r>
          <a:r>
            <a:rPr lang="en-US" sz="1100" kern="1200" dirty="0"/>
            <a:t> </a:t>
          </a:r>
          <a:r>
            <a:rPr lang="en-US" sz="1100" kern="1200" dirty="0" err="1"/>
            <a:t>zon</a:t>
          </a:r>
          <a:r>
            <a:rPr lang="en-US" sz="1100" kern="1200" dirty="0"/>
            <a:t> (J/m2) per </a:t>
          </a:r>
          <a:r>
            <a:rPr lang="en-US" sz="1100" kern="1200" dirty="0" err="1"/>
            <a:t>uurvak</a:t>
          </a:r>
          <a:endParaRPr lang="en-US" sz="11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KNMI </a:t>
          </a:r>
          <a:r>
            <a:rPr lang="en-US" sz="900" kern="1200" dirty="0" err="1"/>
            <a:t>Marknesse</a:t>
          </a:r>
          <a:r>
            <a:rPr lang="en-US" sz="900" kern="1200" dirty="0"/>
            <a:t> </a:t>
          </a:r>
          <a:r>
            <a:rPr lang="en-US" sz="900" kern="1200" dirty="0" err="1"/>
            <a:t>weerstation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9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Vollasturen</a:t>
          </a:r>
          <a:r>
            <a:rPr lang="en-US" sz="1100" kern="1200" dirty="0"/>
            <a:t> </a:t>
          </a:r>
          <a:r>
            <a:rPr lang="en-US" sz="1100" kern="1200" dirty="0" err="1"/>
            <a:t>zon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</dsp:txBody>
      <dsp:txXfrm>
        <a:off x="3489947" y="1419876"/>
        <a:ext cx="3373779" cy="2070749"/>
      </dsp:txXfrm>
    </dsp:sp>
    <dsp:sp modelId="{684B417C-DE9B-4B0B-A4A4-DFA5D01E7EAB}">
      <dsp:nvSpPr>
        <dsp:cNvPr id="0" name=""/>
        <dsp:cNvSpPr/>
      </dsp:nvSpPr>
      <dsp:spPr>
        <a:xfrm>
          <a:off x="6971621" y="407742"/>
          <a:ext cx="3373779" cy="101213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04" tIns="266604" rIns="266604" bIns="26660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Vraag</a:t>
          </a:r>
          <a:r>
            <a:rPr lang="en-US" sz="2800" kern="1200" dirty="0"/>
            <a:t> </a:t>
          </a:r>
          <a:r>
            <a:rPr lang="en-US" sz="2800" kern="1200" dirty="0" err="1"/>
            <a:t>stroom</a:t>
          </a:r>
          <a:endParaRPr lang="en-US" sz="2800" kern="1200" dirty="0"/>
        </a:p>
      </dsp:txBody>
      <dsp:txXfrm>
        <a:off x="6971621" y="407742"/>
        <a:ext cx="3373779" cy="1012133"/>
      </dsp:txXfrm>
    </dsp:sp>
    <dsp:sp modelId="{69C5DC75-C93D-4299-AD7D-B004D54A18C2}">
      <dsp:nvSpPr>
        <dsp:cNvPr id="0" name=""/>
        <dsp:cNvSpPr/>
      </dsp:nvSpPr>
      <dsp:spPr>
        <a:xfrm>
          <a:off x="6971621" y="1419876"/>
          <a:ext cx="3373779" cy="207074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254" tIns="333254" rIns="333254" bIns="333254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Totale</a:t>
          </a:r>
          <a:r>
            <a:rPr lang="en-US" sz="1100" kern="1200" dirty="0"/>
            <a:t> </a:t>
          </a:r>
          <a:r>
            <a:rPr lang="en-US" sz="1100" kern="1200" dirty="0" err="1"/>
            <a:t>standaardjaarvraag</a:t>
          </a:r>
          <a:r>
            <a:rPr lang="en-US" sz="1100" kern="1200" dirty="0"/>
            <a:t> </a:t>
          </a:r>
          <a:r>
            <a:rPr lang="en-US" sz="1100" kern="1200" dirty="0" err="1"/>
            <a:t>consumptie</a:t>
          </a:r>
          <a:r>
            <a:rPr lang="en-US" sz="1100" kern="1200" dirty="0"/>
            <a:t> </a:t>
          </a:r>
          <a:r>
            <a:rPr lang="en-US" sz="1100" kern="1200" dirty="0" err="1"/>
            <a:t>stroom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E1C verbruiksprofielen (NEDU, 2021)</a:t>
          </a:r>
        </a:p>
      </dsp:txBody>
      <dsp:txXfrm>
        <a:off x="6971621" y="1419876"/>
        <a:ext cx="3373779" cy="20707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AFCF2-C183-4D0D-9781-66129DF3D165}">
      <dsp:nvSpPr>
        <dsp:cNvPr id="0" name=""/>
        <dsp:cNvSpPr/>
      </dsp:nvSpPr>
      <dsp:spPr>
        <a:xfrm>
          <a:off x="0" y="2957136"/>
          <a:ext cx="6266011" cy="19402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Analyse</a:t>
          </a:r>
          <a:r>
            <a:rPr lang="en-US" sz="2500" kern="1200" dirty="0"/>
            <a:t> 2 - </a:t>
          </a:r>
          <a:r>
            <a:rPr lang="en-US" sz="2500" kern="1200" dirty="0" err="1"/>
            <a:t>sensitiviteitsanalyse</a:t>
          </a:r>
          <a:r>
            <a:rPr lang="en-US" sz="2500" kern="1200" dirty="0"/>
            <a:t> </a:t>
          </a:r>
          <a:r>
            <a:rPr lang="en-US" sz="2500" kern="1200" dirty="0" err="1"/>
            <a:t>vereiste</a:t>
          </a:r>
          <a:r>
            <a:rPr lang="en-US" sz="2500" kern="1200" dirty="0"/>
            <a:t> </a:t>
          </a:r>
          <a:r>
            <a:rPr lang="en-US" sz="2500" kern="1200" dirty="0" err="1"/>
            <a:t>opslagcapaciteit</a:t>
          </a:r>
          <a:endParaRPr lang="en-US" sz="2500" kern="1200" dirty="0"/>
        </a:p>
      </dsp:txBody>
      <dsp:txXfrm>
        <a:off x="0" y="2957136"/>
        <a:ext cx="6266011" cy="1940201"/>
      </dsp:txXfrm>
    </dsp:sp>
    <dsp:sp modelId="{B674EEE1-B4E8-45F4-86A5-DEE8DC095AAB}">
      <dsp:nvSpPr>
        <dsp:cNvPr id="0" name=""/>
        <dsp:cNvSpPr/>
      </dsp:nvSpPr>
      <dsp:spPr>
        <a:xfrm rot="10800000">
          <a:off x="0" y="2209"/>
          <a:ext cx="6266011" cy="2984029"/>
        </a:xfrm>
        <a:prstGeom prst="upArrowCallout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Analyse</a:t>
          </a:r>
          <a:r>
            <a:rPr lang="en-US" sz="2500" kern="1200" dirty="0"/>
            <a:t> 1 - output per </a:t>
          </a:r>
          <a:r>
            <a:rPr lang="en-US" sz="2500" kern="1200" dirty="0" err="1"/>
            <a:t>categorie</a:t>
          </a:r>
          <a:r>
            <a:rPr lang="en-US" sz="2500" kern="1200" dirty="0"/>
            <a:t> </a:t>
          </a:r>
          <a:r>
            <a:rPr lang="en-US" sz="2500" kern="1200" dirty="0" err="1"/>
            <a:t>experimenten</a:t>
          </a:r>
          <a:endParaRPr lang="en-US" sz="2500" kern="1200" dirty="0"/>
        </a:p>
      </dsp:txBody>
      <dsp:txXfrm rot="-10800000">
        <a:off x="0" y="2209"/>
        <a:ext cx="6266011" cy="1047394"/>
      </dsp:txXfrm>
    </dsp:sp>
    <dsp:sp modelId="{439FEFAE-5F3A-40E1-AA59-57A634A9B60F}">
      <dsp:nvSpPr>
        <dsp:cNvPr id="0" name=""/>
        <dsp:cNvSpPr/>
      </dsp:nvSpPr>
      <dsp:spPr>
        <a:xfrm>
          <a:off x="3059" y="1049603"/>
          <a:ext cx="2086630" cy="89222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Experimenten</a:t>
          </a:r>
          <a:r>
            <a:rPr lang="en-US" sz="1800" kern="1200" dirty="0"/>
            <a:t> </a:t>
          </a:r>
          <a:r>
            <a:rPr lang="en-US" sz="1800" kern="1200" dirty="0" err="1"/>
            <a:t>zon</a:t>
          </a:r>
          <a:r>
            <a:rPr lang="en-US" sz="1800" kern="1200" dirty="0"/>
            <a:t>- </a:t>
          </a:r>
          <a:r>
            <a:rPr lang="en-US" sz="1800" kern="1200" dirty="0" err="1"/>
            <a:t>en</a:t>
          </a:r>
          <a:r>
            <a:rPr lang="en-US" sz="1800" kern="1200" dirty="0"/>
            <a:t> </a:t>
          </a:r>
          <a:r>
            <a:rPr lang="en-US" sz="1800" kern="1200" dirty="0" err="1"/>
            <a:t>windopwek</a:t>
          </a:r>
          <a:endParaRPr lang="en-US" sz="1800" kern="1200" dirty="0"/>
        </a:p>
      </dsp:txBody>
      <dsp:txXfrm>
        <a:off x="3059" y="1049603"/>
        <a:ext cx="2086630" cy="892224"/>
      </dsp:txXfrm>
    </dsp:sp>
    <dsp:sp modelId="{BF1C33F7-BCD3-4B4E-8D5E-1CDD947431E0}">
      <dsp:nvSpPr>
        <dsp:cNvPr id="0" name=""/>
        <dsp:cNvSpPr/>
      </dsp:nvSpPr>
      <dsp:spPr>
        <a:xfrm>
          <a:off x="2089690" y="1049603"/>
          <a:ext cx="2086630" cy="892224"/>
        </a:xfrm>
        <a:prstGeom prst="rect">
          <a:avLst/>
        </a:prstGeom>
        <a:solidFill>
          <a:schemeClr val="accent2">
            <a:tint val="40000"/>
            <a:alpha val="90000"/>
            <a:hueOff val="-478733"/>
            <a:satOff val="-5827"/>
            <a:lumOff val="-1256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478733"/>
              <a:satOff val="-5827"/>
              <a:lumOff val="-125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Experimenten</a:t>
          </a:r>
          <a:r>
            <a:rPr lang="en-US" sz="1800" kern="1200" dirty="0"/>
            <a:t> export </a:t>
          </a:r>
          <a:r>
            <a:rPr lang="en-US" sz="1800" kern="1200" dirty="0" err="1"/>
            <a:t>hogere</a:t>
          </a:r>
          <a:r>
            <a:rPr lang="en-US" sz="1800" kern="1200" dirty="0"/>
            <a:t> </a:t>
          </a:r>
          <a:r>
            <a:rPr lang="en-US" sz="1800" kern="1200" dirty="0" err="1"/>
            <a:t>spanningsnetwerk</a:t>
          </a:r>
          <a:endParaRPr lang="en-US" sz="1800" kern="1200" dirty="0"/>
        </a:p>
      </dsp:txBody>
      <dsp:txXfrm>
        <a:off x="2089690" y="1049603"/>
        <a:ext cx="2086630" cy="892224"/>
      </dsp:txXfrm>
    </dsp:sp>
    <dsp:sp modelId="{05217591-99DB-4FDB-A11F-CB3B833223C5}">
      <dsp:nvSpPr>
        <dsp:cNvPr id="0" name=""/>
        <dsp:cNvSpPr/>
      </dsp:nvSpPr>
      <dsp:spPr>
        <a:xfrm>
          <a:off x="4176320" y="1049603"/>
          <a:ext cx="2086630" cy="892224"/>
        </a:xfrm>
        <a:prstGeom prst="rect">
          <a:avLst/>
        </a:prstGeom>
        <a:solidFill>
          <a:schemeClr val="accent2">
            <a:tint val="40000"/>
            <a:alpha val="90000"/>
            <a:hueOff val="-957465"/>
            <a:satOff val="-11655"/>
            <a:lumOff val="-251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57465"/>
              <a:satOff val="-11655"/>
              <a:lumOff val="-25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Experimenten optie indirect injecteren</a:t>
          </a:r>
        </a:p>
      </dsp:txBody>
      <dsp:txXfrm>
        <a:off x="4176320" y="1049603"/>
        <a:ext cx="2086630" cy="892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DEF21-B968-4DC8-82B8-FEB13AE52598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85152-DC26-432C-A36E-5113DFE07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7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85152-DC26-432C-A36E-5113DFE077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19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6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7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5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42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9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4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4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6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02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122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6446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51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33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39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46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2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4DBB725-B901-4CA0-9085-BA9C7F98F237}" type="datetimeFigureOut">
              <a:rPr lang="en-US" smtClean="0"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6015071-A015-483C-9E59-A5AE5FC00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45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tum.ub.tum.de/doc/1163646/1163646.pdf" TargetMode="External"/><Relationship Id="rId2" Type="http://schemas.openxmlformats.org/officeDocument/2006/relationships/hyperlink" Target="https://iea.blob.core.windows.net/assets/5a314029-69c2-42a9-98ac-d1c5deeb59b3/WEO2015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FDF35B-A71C-428A-B30F-EE0469D3C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Injecting hydrogen in the natural gas network: The extent to which hydrogen injection opportunities reduce the required size of a supplementary hydrogen storage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171D66-44A7-4DFC-828C-6B775266BCBA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pPr algn="ctr"/>
            <a:r>
              <a:rPr lang="en-US" dirty="0"/>
              <a:t>Master’s thesis – Energy logistics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CF437-635E-48FE-BD47-CC89D0649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Michiel Tognini</a:t>
            </a:r>
          </a:p>
          <a:p>
            <a:r>
              <a:rPr lang="en-US" dirty="0"/>
              <a:t>MSc Supply Chain Management</a:t>
            </a:r>
          </a:p>
        </p:txBody>
      </p:sp>
    </p:spTree>
    <p:extLst>
      <p:ext uri="{BB962C8B-B14F-4D97-AF65-F5344CB8AC3E}">
        <p14:creationId xmlns:p14="http://schemas.microsoft.com/office/powerpoint/2010/main" val="166805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3B2517-563B-4F3B-A500-09366674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Inhoudsopgave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27FBD0-792F-40E0-AAD9-4714C035E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79800" indent="-342900">
              <a:buFont typeface="+mj-lt"/>
              <a:buAutoNum type="arabicPeriod"/>
            </a:pPr>
            <a:r>
              <a:rPr lang="en-US" sz="1800" dirty="0" err="1"/>
              <a:t>Introductie</a:t>
            </a:r>
            <a:endParaRPr lang="en-US" sz="1800" dirty="0"/>
          </a:p>
          <a:p>
            <a:pPr marL="379800" indent="-342900">
              <a:buFont typeface="+mj-lt"/>
              <a:buAutoNum type="arabicPeriod"/>
            </a:pPr>
            <a:endParaRPr lang="en-US" sz="1800" dirty="0"/>
          </a:p>
          <a:p>
            <a:pPr marL="379800" indent="-342900">
              <a:buFont typeface="+mj-lt"/>
              <a:buAutoNum type="arabicPeriod"/>
            </a:pPr>
            <a:r>
              <a:rPr lang="en-US" sz="1800" dirty="0" err="1"/>
              <a:t>Relevantie</a:t>
            </a:r>
            <a:endParaRPr lang="en-US" sz="1800" dirty="0"/>
          </a:p>
          <a:p>
            <a:pPr marL="379800" indent="-342900">
              <a:buFont typeface="+mj-lt"/>
              <a:buAutoNum type="arabicPeriod"/>
            </a:pPr>
            <a:endParaRPr lang="en-US" sz="1800" dirty="0"/>
          </a:p>
          <a:p>
            <a:pPr marL="379800" indent="-342900">
              <a:buFont typeface="+mj-lt"/>
              <a:buAutoNum type="arabicPeriod"/>
            </a:pPr>
            <a:r>
              <a:rPr lang="en-US" sz="1800" dirty="0" err="1"/>
              <a:t>Methodologie</a:t>
            </a:r>
            <a:endParaRPr lang="en-US" sz="1800" dirty="0"/>
          </a:p>
          <a:p>
            <a:pPr marL="379800" indent="-342900">
              <a:buFont typeface="+mj-lt"/>
              <a:buAutoNum type="arabicPeriod"/>
            </a:pPr>
            <a:endParaRPr lang="en-US" sz="1800" dirty="0"/>
          </a:p>
          <a:p>
            <a:pPr marL="379800" indent="-342900">
              <a:buFont typeface="+mj-lt"/>
              <a:buAutoNum type="arabicPeriod"/>
            </a:pPr>
            <a:r>
              <a:rPr lang="en-US" sz="1800" dirty="0" err="1"/>
              <a:t>Resultaten</a:t>
            </a:r>
            <a:endParaRPr lang="en-US" sz="1800" dirty="0"/>
          </a:p>
          <a:p>
            <a:pPr marL="379800" indent="-342900">
              <a:buFont typeface="+mj-lt"/>
              <a:buAutoNum type="arabicPeriod"/>
            </a:pPr>
            <a:endParaRPr lang="en-US" sz="1800" dirty="0"/>
          </a:p>
          <a:p>
            <a:pPr marL="379800" indent="-342900">
              <a:buFont typeface="+mj-lt"/>
              <a:buAutoNum type="arabicPeriod"/>
            </a:pPr>
            <a:r>
              <a:rPr lang="en-US" sz="1800" dirty="0" err="1"/>
              <a:t>Discussie</a:t>
            </a:r>
            <a:endParaRPr lang="en-US" sz="1800" dirty="0"/>
          </a:p>
          <a:p>
            <a:pPr marL="379800" indent="-342900">
              <a:buFont typeface="+mj-lt"/>
              <a:buAutoNum type="arabicPeriod"/>
            </a:pPr>
            <a:endParaRPr lang="en-US" sz="1800" dirty="0"/>
          </a:p>
          <a:p>
            <a:pPr marL="379800" indent="-342900">
              <a:buFont typeface="+mj-lt"/>
              <a:buAutoNum type="arabicPeriod"/>
            </a:pPr>
            <a:r>
              <a:rPr lang="en-US" sz="1800" dirty="0" err="1"/>
              <a:t>Limitaties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8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7C24-9230-4308-ADCF-297BDDFF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 err="1"/>
              <a:t>Introductie</a:t>
            </a:r>
            <a:endParaRPr lang="en-US" dirty="0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988ED50A-A173-4298-94F6-994AC13255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409416"/>
              </p:ext>
            </p:extLst>
          </p:nvPr>
        </p:nvGraphicFramePr>
        <p:xfrm>
          <a:off x="914400" y="17319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0183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ACB23-CF71-4A9F-AE2F-D1ACEE5D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16001"/>
            <a:ext cx="10353762" cy="4775200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2800" i="1" dirty="0"/>
              <a:t>To what extent does the option to inject hydrogen into the natural gas network reduce the required size of supplementary hydrogen storage to avoid renewable energy curtailment? </a:t>
            </a:r>
          </a:p>
          <a:p>
            <a:pPr marL="36900" indent="0" algn="ctr">
              <a:buNone/>
            </a:pPr>
            <a:endParaRPr lang="en-US" sz="2800" i="1" dirty="0"/>
          </a:p>
          <a:p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injectiescenarios</a:t>
            </a:r>
            <a:r>
              <a:rPr lang="en-US" dirty="0"/>
              <a:t>: 0%, 3%, 10% of 20%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  <a:p>
            <a:r>
              <a:rPr lang="en-US" dirty="0" err="1"/>
              <a:t>Verschillende</a:t>
            </a:r>
            <a:r>
              <a:rPr lang="en-US" dirty="0"/>
              <a:t> </a:t>
            </a:r>
            <a:r>
              <a:rPr lang="en-US" dirty="0" err="1"/>
              <a:t>experimenten</a:t>
            </a:r>
            <a:r>
              <a:rPr lang="en-US" dirty="0"/>
              <a:t>:</a:t>
            </a:r>
          </a:p>
          <a:p>
            <a:pPr lvl="1"/>
            <a:r>
              <a:rPr lang="en-US" sz="1400" dirty="0" err="1"/>
              <a:t>Capaciteit</a:t>
            </a:r>
            <a:r>
              <a:rPr lang="en-US" sz="1400" dirty="0"/>
              <a:t> </a:t>
            </a:r>
            <a:r>
              <a:rPr lang="en-US" sz="1400" dirty="0" err="1"/>
              <a:t>opwek</a:t>
            </a:r>
            <a:endParaRPr lang="en-US" sz="1400" dirty="0"/>
          </a:p>
          <a:p>
            <a:pPr lvl="1"/>
            <a:r>
              <a:rPr lang="en-US" sz="1400" dirty="0" err="1"/>
              <a:t>Maximale</a:t>
            </a:r>
            <a:r>
              <a:rPr lang="en-US" sz="1400" dirty="0"/>
              <a:t> </a:t>
            </a:r>
            <a:r>
              <a:rPr lang="en-US" sz="1400" dirty="0" err="1"/>
              <a:t>uurlijkse</a:t>
            </a:r>
            <a:r>
              <a:rPr lang="en-US" sz="1400" dirty="0"/>
              <a:t> export </a:t>
            </a:r>
            <a:r>
              <a:rPr lang="en-US" sz="1400" dirty="0" err="1"/>
              <a:t>naar</a:t>
            </a:r>
            <a:r>
              <a:rPr lang="en-US" sz="1400" dirty="0"/>
              <a:t> </a:t>
            </a:r>
            <a:r>
              <a:rPr lang="en-US" sz="1400" dirty="0" err="1"/>
              <a:t>hogere</a:t>
            </a:r>
            <a:r>
              <a:rPr lang="en-US" sz="1400" dirty="0"/>
              <a:t> </a:t>
            </a:r>
            <a:r>
              <a:rPr lang="en-US" sz="1400" dirty="0" err="1"/>
              <a:t>spanningsnet</a:t>
            </a:r>
            <a:endParaRPr lang="en-US" sz="1400" dirty="0"/>
          </a:p>
          <a:p>
            <a:pPr lvl="1"/>
            <a:r>
              <a:rPr lang="en-US" sz="1400" dirty="0" err="1"/>
              <a:t>Wel</a:t>
            </a:r>
            <a:r>
              <a:rPr lang="en-US" sz="1400" dirty="0"/>
              <a:t> of </a:t>
            </a:r>
            <a:r>
              <a:rPr lang="en-US" sz="1400" dirty="0" err="1"/>
              <a:t>niet</a:t>
            </a:r>
            <a:r>
              <a:rPr lang="en-US" sz="1400" dirty="0"/>
              <a:t> indirect </a:t>
            </a:r>
            <a:r>
              <a:rPr lang="en-US" sz="1400" dirty="0" err="1"/>
              <a:t>injecteren</a:t>
            </a:r>
            <a:r>
              <a:rPr lang="en-US" sz="1400" dirty="0"/>
              <a:t> </a:t>
            </a:r>
            <a:r>
              <a:rPr lang="en-US" sz="1400" dirty="0" err="1"/>
              <a:t>vanuit</a:t>
            </a:r>
            <a:r>
              <a:rPr lang="en-US" sz="1400" dirty="0"/>
              <a:t> de </a:t>
            </a:r>
            <a:r>
              <a:rPr lang="en-US" sz="1400" dirty="0" err="1"/>
              <a:t>opslag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8706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8A155-D305-459A-B575-136B6E178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81575"/>
            <a:ext cx="10353762" cy="970450"/>
          </a:xfrm>
        </p:spPr>
        <p:txBody>
          <a:bodyPr/>
          <a:lstStyle/>
          <a:p>
            <a:r>
              <a:rPr lang="en-US"/>
              <a:t>Relevantie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37AC2-B18F-4C93-AFDD-8FE1B17ED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Studies met de focus op </a:t>
            </a:r>
            <a:r>
              <a:rPr lang="en-US" dirty="0" err="1"/>
              <a:t>flexibiliteitsvoordelen</a:t>
            </a:r>
            <a:r>
              <a:rPr lang="en-US" dirty="0"/>
              <a:t> </a:t>
            </a:r>
            <a:r>
              <a:rPr lang="en-US" dirty="0" err="1"/>
              <a:t>waterstofopslag</a:t>
            </a:r>
            <a:endParaRPr lang="en-US" dirty="0"/>
          </a:p>
          <a:p>
            <a:pPr lvl="1"/>
            <a:r>
              <a:rPr lang="en-US" sz="1400" dirty="0" err="1"/>
              <a:t>Deze</a:t>
            </a:r>
            <a:r>
              <a:rPr lang="en-US" sz="1400" dirty="0"/>
              <a:t> </a:t>
            </a:r>
            <a:r>
              <a:rPr lang="en-US" sz="1400" dirty="0" err="1"/>
              <a:t>impliceren</a:t>
            </a:r>
            <a:r>
              <a:rPr lang="en-US" sz="1400" dirty="0"/>
              <a:t> </a:t>
            </a:r>
            <a:r>
              <a:rPr lang="en-US" sz="1400" dirty="0" err="1"/>
              <a:t>een</a:t>
            </a:r>
            <a:r>
              <a:rPr lang="en-US" sz="1400" dirty="0"/>
              <a:t> </a:t>
            </a:r>
            <a:r>
              <a:rPr lang="en-US" sz="1400" dirty="0" err="1"/>
              <a:t>excessief</a:t>
            </a:r>
            <a:r>
              <a:rPr lang="en-US" sz="1400" dirty="0"/>
              <a:t> </a:t>
            </a:r>
            <a:r>
              <a:rPr lang="en-US" sz="1400" dirty="0" err="1"/>
              <a:t>vereiste</a:t>
            </a:r>
            <a:r>
              <a:rPr lang="en-US" sz="1400" dirty="0"/>
              <a:t> </a:t>
            </a:r>
            <a:r>
              <a:rPr lang="en-US" sz="1400" dirty="0" err="1"/>
              <a:t>opslagcapaciteit</a:t>
            </a:r>
            <a:r>
              <a:rPr lang="en-US" sz="1400" dirty="0"/>
              <a:t>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(Steinke,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Wolfrum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&amp; Hoffman, 2013; Heide, Greiner, Von Bremen &amp; Hoffman, 2011; Rodriguez, Becker, Andresen, Heide &amp; Greiner, 2014)</a:t>
            </a:r>
          </a:p>
          <a:p>
            <a:r>
              <a:rPr lang="en-GB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Diversificatie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naar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andere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sectoren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energievraag</a:t>
            </a:r>
            <a:endParaRPr lang="en-GB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/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Interessante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optie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power-to-gas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koppelen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sectoren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stroom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mobiliteit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warmte</a:t>
            </a:r>
            <a:endParaRPr lang="en-GB" sz="1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1"/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Warmte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domineert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energievraag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 50%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warmte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, 20%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stroom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(IEA, 2015)</a:t>
            </a:r>
          </a:p>
          <a:p>
            <a:pPr lvl="1"/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Schaber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(2014) 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meer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economische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waarde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overtollige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opwek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door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koppeling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stroom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warmte</a:t>
            </a:r>
            <a:endParaRPr lang="en-GB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sym typeface="Wingdings" panose="05000000000000000000" pitchFamily="2" charset="2"/>
            </a:endParaRPr>
          </a:p>
          <a:p>
            <a:r>
              <a:rPr lang="en-GB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Injectiemogelijkheid</a:t>
            </a:r>
            <a:r>
              <a:rPr lang="en-GB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tot 20%</a:t>
            </a:r>
          </a:p>
          <a:p>
            <a:pPr lvl="1"/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Bovengrens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correct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functioneren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huisdrukregelaars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 (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Kiwa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sym typeface="Wingdings" panose="05000000000000000000" pitchFamily="2" charset="2"/>
              </a:rPr>
              <a:t>, 2020) </a:t>
            </a:r>
          </a:p>
          <a:p>
            <a:pPr lvl="1"/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Aantal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studies die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voordelen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slechts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tot 5%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injectie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hebben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gemeten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Simonis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&amp;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Newborough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2017; Mukherjee et al., 2015; </a:t>
            </a:r>
            <a:r>
              <a:rPr lang="en-GB" sz="1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Qadrdan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et al., 2015)</a:t>
            </a:r>
          </a:p>
          <a:p>
            <a:pPr lvl="1"/>
            <a:endParaRPr lang="en-GB" dirty="0">
              <a:effectLst/>
              <a:latin typeface="Times New Roman" panose="02020603050405020304" pitchFamily="18" charset="0"/>
            </a:endParaRPr>
          </a:p>
          <a:p>
            <a:pPr marL="450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007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4F1D-AF93-4A57-89B0-E030CCAA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Methodologie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CE98C1-80D5-465B-9EEF-24B1D2065F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Regionaal energienetwerk</a:t>
            </a:r>
          </a:p>
          <a:p>
            <a:r>
              <a:rPr lang="en-US"/>
              <a:t>Uurvraag gas (natural-gas load) gemodelleerd voor berekenen maximaal toegestane injectiehoeveelheid per uur</a:t>
            </a:r>
          </a:p>
          <a:p>
            <a:r>
              <a:rPr lang="en-US"/>
              <a:t>Conversieparameters voor berekeningen tussen</a:t>
            </a:r>
          </a:p>
          <a:p>
            <a:pPr lvl="1"/>
            <a:r>
              <a:rPr lang="en-US"/>
              <a:t>Kwh stroom</a:t>
            </a:r>
          </a:p>
          <a:p>
            <a:pPr lvl="1"/>
            <a:r>
              <a:rPr lang="en-US"/>
              <a:t>Kg waterstof</a:t>
            </a:r>
          </a:p>
          <a:p>
            <a:pPr lvl="1"/>
            <a:r>
              <a:rPr lang="en-US"/>
              <a:t>M3/h gas</a:t>
            </a:r>
            <a:endParaRPr lang="en-US" dirty="0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B8AE55CD-0576-4B9B-916C-6DD2F50370F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675" y="1763479"/>
            <a:ext cx="5353050" cy="399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98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E24F7045-1B8B-4422-9330-0BC8BF606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7ED0B3BD-E968-4364-878A-47D3A6AEF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8A55417-92D2-4A8E-99D0-E9663C3F2E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591" y="643467"/>
            <a:ext cx="7892817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E5BCBF-E5D0-444B-A584-4A5FF79F9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347" y="482600"/>
            <a:ext cx="11240496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27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E24F7045-1B8B-4422-9330-0BC8BF606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D0B3BD-E968-4364-878A-47D3A6AEF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D574634-CA1A-4219-BFEC-FFED0F7AA1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787" y="643467"/>
            <a:ext cx="9020426" cy="557106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E5BCBF-E5D0-444B-A584-4A5FF79F9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347" y="482600"/>
            <a:ext cx="11240496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1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2ED49AB-917E-48BC-B84D-A2C24A86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 err="1"/>
              <a:t>Uitleg</a:t>
            </a:r>
            <a:r>
              <a:rPr lang="en-US" dirty="0"/>
              <a:t> </a:t>
            </a:r>
            <a:r>
              <a:rPr lang="en-US" dirty="0" err="1"/>
              <a:t>gekozen</a:t>
            </a:r>
            <a:r>
              <a:rPr lang="en-US" dirty="0"/>
              <a:t> </a:t>
            </a:r>
            <a:r>
              <a:rPr lang="en-US" dirty="0" err="1"/>
              <a:t>injectiepercentages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22" name="Content Placeholder 8">
            <a:extLst>
              <a:ext uri="{FF2B5EF4-FFF2-40B4-BE49-F238E27FC236}">
                <a16:creationId xmlns:a16="http://schemas.microsoft.com/office/drawing/2014/main" id="{1D1B0FB2-4C4E-4AD5-8342-D5E089881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022260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85096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5FA1-585F-451A-B514-427577D2B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/>
              <a:t>Output </a:t>
            </a:r>
            <a:r>
              <a:rPr lang="en-US" dirty="0" err="1"/>
              <a:t>variabelen</a:t>
            </a:r>
            <a:endParaRPr lang="en-US" dirty="0"/>
          </a:p>
        </p:txBody>
      </p:sp>
      <p:pic>
        <p:nvPicPr>
          <p:cNvPr id="71" name="Picture 61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7" name="Content Placeholder 2">
            <a:extLst>
              <a:ext uri="{FF2B5EF4-FFF2-40B4-BE49-F238E27FC236}">
                <a16:creationId xmlns:a16="http://schemas.microsoft.com/office/drawing/2014/main" id="{46150FEF-02C8-4D23-8C6E-2D66B3731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726219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1174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2160-301C-4519-A923-1E12759F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Input model</a:t>
            </a:r>
          </a:p>
        </p:txBody>
      </p:sp>
      <p:pic>
        <p:nvPicPr>
          <p:cNvPr id="19" name="Picture 16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C3E9D9D-94B1-4C97-AB83-5197E5C06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520994"/>
              </p:ext>
            </p:extLst>
          </p:nvPr>
        </p:nvGraphicFramePr>
        <p:xfrm>
          <a:off x="914400" y="1892830"/>
          <a:ext cx="10353675" cy="3898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90881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40ED7E-4309-4CF9-9C8D-82E304E02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DAB5D-0624-4A2D-BD11-AAE47E85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857" y="965196"/>
            <a:ext cx="4583022" cy="26331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>
                <a:ln>
                  <a:solidFill>
                    <a:srgbClr val="000000">
                      <a:alpha val="9804"/>
                    </a:srgbClr>
                  </a:solidFill>
                </a:ln>
                <a:solidFill>
                  <a:srgbClr val="DADADA"/>
                </a:solidFill>
              </a:rPr>
              <a:t>Experimentele</a:t>
            </a:r>
            <a:r>
              <a:rPr lang="en-US" sz="5400" dirty="0">
                <a:ln>
                  <a:solidFill>
                    <a:srgbClr val="000000">
                      <a:alpha val="9804"/>
                    </a:srgbClr>
                  </a:solidFill>
                </a:ln>
                <a:solidFill>
                  <a:srgbClr val="DADADA"/>
                </a:solidFill>
              </a:rPr>
              <a:t> </a:t>
            </a:r>
            <a:r>
              <a:rPr lang="en-US" sz="5400" dirty="0" err="1">
                <a:ln>
                  <a:solidFill>
                    <a:srgbClr val="000000">
                      <a:alpha val="9804"/>
                    </a:srgbClr>
                  </a:solidFill>
                </a:ln>
                <a:solidFill>
                  <a:srgbClr val="DADADA"/>
                </a:solidFill>
              </a:rPr>
              <a:t>opstelling</a:t>
            </a:r>
            <a:endParaRPr lang="en-US" sz="5400" dirty="0">
              <a:ln>
                <a:solidFill>
                  <a:srgbClr val="000000">
                    <a:alpha val="9804"/>
                  </a:srgbClr>
                </a:solidFill>
              </a:ln>
              <a:solidFill>
                <a:srgbClr val="DADADA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ACC6B-EC7C-4E3C-8D08-C0A3AA40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614" y="965196"/>
            <a:ext cx="5042779" cy="4781641"/>
          </a:xfrm>
          <a:prstGeom prst="rect">
            <a:avLst/>
          </a:prstGeom>
          <a:solidFill>
            <a:schemeClr val="bg1"/>
          </a:solidFill>
          <a:ln w="190500">
            <a:solidFill>
              <a:srgbClr val="F2F2F2">
                <a:alpha val="7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D98F9B-AA3A-4E25-938C-62A29600E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437549"/>
              </p:ext>
            </p:extLst>
          </p:nvPr>
        </p:nvGraphicFramePr>
        <p:xfrm>
          <a:off x="1079500" y="1282700"/>
          <a:ext cx="4775290" cy="403924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140336">
                  <a:extLst>
                    <a:ext uri="{9D8B030D-6E8A-4147-A177-3AD203B41FA5}">
                      <a16:colId xmlns:a16="http://schemas.microsoft.com/office/drawing/2014/main" val="459363991"/>
                    </a:ext>
                  </a:extLst>
                </a:gridCol>
                <a:gridCol w="908428">
                  <a:extLst>
                    <a:ext uri="{9D8B030D-6E8A-4147-A177-3AD203B41FA5}">
                      <a16:colId xmlns:a16="http://schemas.microsoft.com/office/drawing/2014/main" val="3621598260"/>
                    </a:ext>
                  </a:extLst>
                </a:gridCol>
                <a:gridCol w="908428">
                  <a:extLst>
                    <a:ext uri="{9D8B030D-6E8A-4147-A177-3AD203B41FA5}">
                      <a16:colId xmlns:a16="http://schemas.microsoft.com/office/drawing/2014/main" val="2384517993"/>
                    </a:ext>
                  </a:extLst>
                </a:gridCol>
                <a:gridCol w="909049">
                  <a:extLst>
                    <a:ext uri="{9D8B030D-6E8A-4147-A177-3AD203B41FA5}">
                      <a16:colId xmlns:a16="http://schemas.microsoft.com/office/drawing/2014/main" val="1526848981"/>
                    </a:ext>
                  </a:extLst>
                </a:gridCol>
                <a:gridCol w="909049">
                  <a:extLst>
                    <a:ext uri="{9D8B030D-6E8A-4147-A177-3AD203B41FA5}">
                      <a16:colId xmlns:a16="http://schemas.microsoft.com/office/drawing/2014/main" val="4077596498"/>
                    </a:ext>
                  </a:extLst>
                </a:gridCol>
              </a:tblGrid>
              <a:tr h="46715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Experiment number: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1-4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5-20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21-28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29-32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extLst>
                  <a:ext uri="{0D108BD9-81ED-4DB2-BD59-A6C34878D82A}">
                    <a16:rowId xmlns:a16="http://schemas.microsoft.com/office/drawing/2014/main" val="3030171570"/>
                  </a:ext>
                </a:extLst>
              </a:tr>
              <a:tr h="69479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Scenario group name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Injection capacity scenarios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RES generation scenarios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Max export scenarios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Indirect injection scenarios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extLst>
                  <a:ext uri="{0D108BD9-81ED-4DB2-BD59-A6C34878D82A}">
                    <a16:rowId xmlns:a16="http://schemas.microsoft.com/office/drawing/2014/main" val="3933046042"/>
                  </a:ext>
                </a:extLst>
              </a:tr>
              <a:tr h="69479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Injection rate [% of hourly natural gas load]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0% - 20%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0% - 20%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0% - 20%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0% - 20%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extLst>
                  <a:ext uri="{0D108BD9-81ED-4DB2-BD59-A6C34878D82A}">
                    <a16:rowId xmlns:a16="http://schemas.microsoft.com/office/drawing/2014/main" val="1094227072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Wind generation capacity [MW]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 - 12.6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extLst>
                  <a:ext uri="{0D108BD9-81ED-4DB2-BD59-A6C34878D82A}">
                    <a16:rowId xmlns:a16="http://schemas.microsoft.com/office/drawing/2014/main" val="963949133"/>
                  </a:ext>
                </a:extLst>
              </a:tr>
              <a:tr h="51027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PV generation capacity [MW]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 - 12.6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4.2 MW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extLst>
                  <a:ext uri="{0D108BD9-81ED-4DB2-BD59-A6C34878D82A}">
                    <a16:rowId xmlns:a16="http://schemas.microsoft.com/office/drawing/2014/main" val="2160709758"/>
                  </a:ext>
                </a:extLst>
              </a:tr>
              <a:tr h="69479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>
                          <a:effectLst/>
                        </a:rPr>
                        <a:t>Maximum hourly export quantity [kWh]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0 kWh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0 kWh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250 kWh &amp; 500 kWh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0 kWh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extLst>
                  <a:ext uri="{0D108BD9-81ED-4DB2-BD59-A6C34878D82A}">
                    <a16:rowId xmlns:a16="http://schemas.microsoft.com/office/drawing/2014/main" val="886792519"/>
                  </a:ext>
                </a:extLst>
              </a:tr>
              <a:tr h="46715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800" dirty="0">
                          <a:effectLst/>
                        </a:rPr>
                        <a:t>Indirect injection allowed [Yes/No]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Yes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Yes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>
                          <a:effectLst/>
                        </a:rPr>
                        <a:t>Yes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900" dirty="0">
                          <a:effectLst/>
                        </a:rPr>
                        <a:t>No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985" marR="57985" marT="0" marB="0"/>
                </a:tc>
                <a:extLst>
                  <a:ext uri="{0D108BD9-81ED-4DB2-BD59-A6C34878D82A}">
                    <a16:rowId xmlns:a16="http://schemas.microsoft.com/office/drawing/2014/main" val="4003485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54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2540-BED2-4A9F-9F45-4D3C4E61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</p:spPr>
        <p:txBody>
          <a:bodyPr>
            <a:normAutofit/>
          </a:bodyPr>
          <a:lstStyle/>
          <a:p>
            <a:r>
              <a:rPr lang="en-US" dirty="0" err="1"/>
              <a:t>Resultaten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1EA8DC-EDA4-4978-8E15-587FEC9E51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177146"/>
              </p:ext>
            </p:extLst>
          </p:nvPr>
        </p:nvGraphicFramePr>
        <p:xfrm>
          <a:off x="5282521" y="709683"/>
          <a:ext cx="6266011" cy="4899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49476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57AE-AE99-4728-AFD5-8F9E77C0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Experimenten zon- en windopwek</a:t>
            </a:r>
            <a:endParaRPr lang="en-US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03CC554-97DF-470C-8356-F28CA703D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540263"/>
              </p:ext>
            </p:extLst>
          </p:nvPr>
        </p:nvGraphicFramePr>
        <p:xfrm>
          <a:off x="496184" y="2177679"/>
          <a:ext cx="5125720" cy="299739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1200958814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1485449016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1462918677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866336512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3149543167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Experiment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Required hydrogen buffer capacity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stored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Total volume injected [kg]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RES supply injected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9329684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Base case 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1,149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16.81%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13,180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5.58%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8674831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8.4 MW wind &amp; 4.2 MW PV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7,597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33.59%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30,714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7.63%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2702556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12.6 MW wind &amp; 4.2 MW PV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32,821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46.24%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43,358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7.62%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647552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4.2 MW wind &amp; 8.4 MW PV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2,413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29.19%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17,366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5.67%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2586419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4.2 MW wind &amp; 12.6 MW PV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4,060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38.94%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20,776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5.53%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5858488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EDF2066-DA05-4865-A910-70C24EE15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645437"/>
              </p:ext>
            </p:extLst>
          </p:nvPr>
        </p:nvGraphicFramePr>
        <p:xfrm>
          <a:off x="6570098" y="2177679"/>
          <a:ext cx="5125720" cy="299739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8022385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674477031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835734358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1474864005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886281643"/>
                    </a:ext>
                  </a:extLst>
                </a:gridCol>
              </a:tblGrid>
              <a:tr h="4614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Experiment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Required hydrogen buffer capacity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stored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Total volume injected [kg]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injected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3275676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Base case 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7.60%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36,535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15.46%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95789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8.4 MW wind &amp; 4.2 MW PV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3,789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17.20%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111,041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27.57%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614545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12.6 MW wind &amp; 4.2 MW PV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8,411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28.11%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187,750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32.99%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088165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4.2 MW wind &amp; 8.4 MW PV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1,046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18.15%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58,259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19.03%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4576329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4.2 MW wind &amp; 12.6 MW PV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2,252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27.50%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75,592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20.11%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8813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B920DED-B7D6-4865-9C17-F8BA8E274800}"/>
              </a:ext>
            </a:extLst>
          </p:cNvPr>
          <p:cNvSpPr txBox="1"/>
          <p:nvPr/>
        </p:nvSpPr>
        <p:spPr>
          <a:xfrm>
            <a:off x="496184" y="5283021"/>
            <a:ext cx="51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Resultaten</a:t>
            </a:r>
            <a:r>
              <a:rPr lang="en-US" dirty="0"/>
              <a:t> 3%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F3A817-EC9F-4A98-A752-0E600EF43C3B}"/>
              </a:ext>
            </a:extLst>
          </p:cNvPr>
          <p:cNvSpPr txBox="1"/>
          <p:nvPr/>
        </p:nvSpPr>
        <p:spPr>
          <a:xfrm>
            <a:off x="6570098" y="5283021"/>
            <a:ext cx="51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Resultaten</a:t>
            </a:r>
            <a:r>
              <a:rPr lang="en-US" dirty="0"/>
              <a:t> 20%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166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7B9D4-AE84-476E-93AD-C746987AA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86" y="643467"/>
            <a:ext cx="3916827" cy="2543217"/>
          </a:xfrm>
          <a:prstGeom prst="rect">
            <a:avLst/>
          </a:prstGeom>
        </p:spPr>
      </p:pic>
      <p:cxnSp>
        <p:nvCxnSpPr>
          <p:cNvPr id="18" name="Straight Connector 12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A39FC98-E17B-44C9-A5B2-FC2E5666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986" y="3671313"/>
            <a:ext cx="3916827" cy="2543217"/>
          </a:xfrm>
          <a:prstGeom prst="rect">
            <a:avLst/>
          </a:prstGeom>
        </p:spPr>
      </p:pic>
      <p:cxnSp>
        <p:nvCxnSpPr>
          <p:cNvPr id="19" name="Straight Connector 14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6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F397FFF-A591-40E4-8DF6-E68DDCAD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114" y="3668668"/>
            <a:ext cx="3920900" cy="254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815EE0-E11E-44B3-AB9C-1B56337AF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189" y="633215"/>
            <a:ext cx="3928414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6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1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EFA43-B78E-4855-8038-E70799B74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1354979"/>
            <a:ext cx="6410084" cy="4162102"/>
          </a:xfrm>
          <a:prstGeom prst="rect">
            <a:avLst/>
          </a:prstGeom>
        </p:spPr>
      </p:pic>
      <p:sp>
        <p:nvSpPr>
          <p:cNvPr id="28" name="Rectangle 15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32F1C2-F38B-4291-933B-705769FD4C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63" t="6562" r="8571" b="7419"/>
          <a:stretch/>
        </p:blipFill>
        <p:spPr>
          <a:xfrm>
            <a:off x="7695873" y="724810"/>
            <a:ext cx="3854945" cy="2312967"/>
          </a:xfrm>
          <a:prstGeom prst="rect">
            <a:avLst/>
          </a:prstGeom>
        </p:spPr>
      </p:pic>
      <p:sp>
        <p:nvSpPr>
          <p:cNvPr id="29" name="Rectangle 17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253E07-1573-4007-A1C9-A5CBC34711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63" t="6943" r="8571" b="7038"/>
          <a:stretch/>
        </p:blipFill>
        <p:spPr>
          <a:xfrm>
            <a:off x="7695873" y="3820042"/>
            <a:ext cx="3854945" cy="232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45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E8410-BE79-45DE-BAB7-1219A02F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Experimenten</a:t>
            </a:r>
            <a:r>
              <a:rPr lang="en-US" dirty="0"/>
              <a:t> export </a:t>
            </a:r>
            <a:r>
              <a:rPr lang="en-US" dirty="0" err="1"/>
              <a:t>hogere</a:t>
            </a:r>
            <a:r>
              <a:rPr lang="en-US" dirty="0"/>
              <a:t> </a:t>
            </a:r>
            <a:r>
              <a:rPr lang="en-US" dirty="0" err="1"/>
              <a:t>spanningsnetwerk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3546D0-E4CB-422C-9BA8-019D9FEAC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88562"/>
              </p:ext>
            </p:extLst>
          </p:nvPr>
        </p:nvGraphicFramePr>
        <p:xfrm>
          <a:off x="554930" y="2746553"/>
          <a:ext cx="5125720" cy="211785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3935935258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731588461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2047668250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4229223724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727809853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Experiment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Required hydrogen buffer capacity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stored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Total volume injected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injected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7029493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Base case 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1,149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16.81%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13,180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5.58%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6876396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250 kWh hourly allowed export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983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13.89%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11,826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5.01%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970642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500 kWh hourly allowed export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11.31%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10,296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4.36%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46389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CA99B9-2981-41DD-99DE-D325F4358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026524"/>
              </p:ext>
            </p:extLst>
          </p:nvPr>
        </p:nvGraphicFramePr>
        <p:xfrm>
          <a:off x="6511350" y="2746554"/>
          <a:ext cx="5125720" cy="211785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1686014140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298688967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2168032596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082591977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354356984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Experiment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Required hydrogen buffer capacity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stored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Total volume injected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injected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9278818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Base case 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7.60%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36,535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15.46%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959237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250 kWh hourly allowed export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468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6.18%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31,032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13.13%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9977561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500 kWh hourly allowed export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433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4.99%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26,081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11.04%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91624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38B096B-AEC3-4062-A56C-842E474C342C}"/>
              </a:ext>
            </a:extLst>
          </p:cNvPr>
          <p:cNvSpPr txBox="1"/>
          <p:nvPr/>
        </p:nvSpPr>
        <p:spPr>
          <a:xfrm>
            <a:off x="554931" y="4940944"/>
            <a:ext cx="51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Resultaten</a:t>
            </a:r>
            <a:r>
              <a:rPr lang="en-US" dirty="0"/>
              <a:t> 3%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526FF-E294-4F3E-B851-817CE5EB22F8}"/>
              </a:ext>
            </a:extLst>
          </p:cNvPr>
          <p:cNvSpPr txBox="1"/>
          <p:nvPr/>
        </p:nvSpPr>
        <p:spPr>
          <a:xfrm>
            <a:off x="6511350" y="4940944"/>
            <a:ext cx="51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Resultaten</a:t>
            </a:r>
            <a:r>
              <a:rPr lang="en-US" dirty="0"/>
              <a:t> 20%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849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4A12F0-8158-4372-9761-AD0A6ED3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DA9C08C-CA7A-43F2-8581-1434B77CF7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9597368"/>
              </p:ext>
            </p:extLst>
          </p:nvPr>
        </p:nvGraphicFramePr>
        <p:xfrm>
          <a:off x="934633" y="967532"/>
          <a:ext cx="10322734" cy="4922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1799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0">
            <a:extLst>
              <a:ext uri="{FF2B5EF4-FFF2-40B4-BE49-F238E27FC236}">
                <a16:creationId xmlns:a16="http://schemas.microsoft.com/office/drawing/2014/main" id="{7E474281-81D2-445B-80A1-0E2D47380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F614F0-5B9B-463E-8A35-E337AA1E4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33" y="1857800"/>
            <a:ext cx="4839633" cy="3142399"/>
          </a:xfrm>
          <a:prstGeom prst="rect">
            <a:avLst/>
          </a:prstGeom>
          <a:ln w="190500">
            <a:solidFill>
              <a:schemeClr val="tx1">
                <a:alpha val="7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93B943-CB6D-4AE5-B905-2DFD5A3A6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7732" y="1857800"/>
            <a:ext cx="4839633" cy="3142399"/>
          </a:xfrm>
          <a:prstGeom prst="rect">
            <a:avLst/>
          </a:prstGeom>
          <a:ln w="190500">
            <a:solidFill>
              <a:schemeClr val="tx1">
                <a:alpha val="7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74420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4A12F0-8158-4372-9761-AD0A6ED30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AD37F5C-E443-4030-88E8-2F7398DD2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11761"/>
              </p:ext>
            </p:extLst>
          </p:nvPr>
        </p:nvGraphicFramePr>
        <p:xfrm>
          <a:off x="934633" y="967532"/>
          <a:ext cx="10322734" cy="4922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9264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6167-4D7D-4403-BC42-2E31B26F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Experimenten</a:t>
            </a:r>
            <a:r>
              <a:rPr lang="en-US" dirty="0"/>
              <a:t> </a:t>
            </a:r>
            <a:r>
              <a:rPr lang="en-US" dirty="0" err="1"/>
              <a:t>optie</a:t>
            </a:r>
            <a:r>
              <a:rPr lang="en-US" dirty="0"/>
              <a:t> indirect </a:t>
            </a:r>
            <a:r>
              <a:rPr lang="en-US" dirty="0" err="1"/>
              <a:t>injecteren</a:t>
            </a: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D8265F-DD56-49DF-8914-1FE2FC56C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008460"/>
              </p:ext>
            </p:extLst>
          </p:nvPr>
        </p:nvGraphicFramePr>
        <p:xfrm>
          <a:off x="617838" y="1998377"/>
          <a:ext cx="5125720" cy="158839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1897416826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1953717858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1878096777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1188353626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40823629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Experiment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Required hydrogen buffer capacity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stored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Total volume injected [kg]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RES supply injected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8885891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Base case 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1,149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16.81%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13,180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5.58%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8266549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No indirect injection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1,222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16.81%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8,937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3.78%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9034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1E1D7F-44F6-49F2-B451-65D7DBF4B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067927"/>
              </p:ext>
            </p:extLst>
          </p:nvPr>
        </p:nvGraphicFramePr>
        <p:xfrm>
          <a:off x="6448444" y="1998377"/>
          <a:ext cx="5125720" cy="158839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1607613924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3206398040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3249702174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1380890750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335086166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Experiment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Required hydrogen buffer capacity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stored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Total volume injected [kg]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injected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0498540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Base case 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660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11.48%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27,506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11.64%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302558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No indirect injection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830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11.48%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21,530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 dirty="0">
                          <a:effectLst/>
                        </a:rPr>
                        <a:t>9.11%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265065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E2786C-55CB-4948-A257-2440205E5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845351"/>
              </p:ext>
            </p:extLst>
          </p:nvPr>
        </p:nvGraphicFramePr>
        <p:xfrm>
          <a:off x="3527816" y="4391790"/>
          <a:ext cx="5125720" cy="158839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2109226560"/>
                    </a:ext>
                  </a:extLst>
                </a:gridCol>
                <a:gridCol w="1080770">
                  <a:extLst>
                    <a:ext uri="{9D8B030D-6E8A-4147-A177-3AD203B41FA5}">
                      <a16:colId xmlns:a16="http://schemas.microsoft.com/office/drawing/2014/main" val="2863937848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931365938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021672409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697720219"/>
                    </a:ext>
                  </a:extLst>
                </a:gridCol>
              </a:tblGrid>
              <a:tr h="47180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Experiment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Required hydrogen buffer capacity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RES supply stored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Total volume injected [kg]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RES supply injected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9807841"/>
                  </a:ext>
                </a:extLst>
              </a:tr>
              <a:tr h="22415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Base case 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7.60%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36,535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15.46%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173105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No indirect injection</a:t>
                      </a:r>
                      <a:endParaRPr lang="en-US" sz="1100">
                        <a:effectLst/>
                      </a:endParaRPr>
                    </a:p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7.60%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30,692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12.99%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16256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4DED4FC-B704-4B31-9CDF-CC786EA8BE38}"/>
              </a:ext>
            </a:extLst>
          </p:cNvPr>
          <p:cNvSpPr txBox="1"/>
          <p:nvPr/>
        </p:nvSpPr>
        <p:spPr>
          <a:xfrm>
            <a:off x="617837" y="3736181"/>
            <a:ext cx="51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Resultaten</a:t>
            </a:r>
            <a:r>
              <a:rPr lang="en-US" dirty="0"/>
              <a:t> 3%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ACDC7-D152-4EED-B5F5-451718FFCB16}"/>
              </a:ext>
            </a:extLst>
          </p:cNvPr>
          <p:cNvSpPr txBox="1"/>
          <p:nvPr/>
        </p:nvSpPr>
        <p:spPr>
          <a:xfrm>
            <a:off x="6448444" y="3728869"/>
            <a:ext cx="51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Resultaten</a:t>
            </a:r>
            <a:r>
              <a:rPr lang="en-US" dirty="0"/>
              <a:t> 10%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4E529-D540-4BEA-B5E0-E212B2D42794}"/>
              </a:ext>
            </a:extLst>
          </p:cNvPr>
          <p:cNvSpPr txBox="1"/>
          <p:nvPr/>
        </p:nvSpPr>
        <p:spPr>
          <a:xfrm>
            <a:off x="3527816" y="6081791"/>
            <a:ext cx="512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Resultaten</a:t>
            </a:r>
            <a:r>
              <a:rPr lang="en-US" dirty="0"/>
              <a:t> 20%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0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37BE7E-4891-403E-A451-649117451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960A63-C68D-4FD1-AD9F-B6B98B32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2600"/>
            <a:ext cx="5458121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896C4B-00AB-4C6E-AFB0-68503E8A3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214FA9D7-A523-4DFA-B5D6-F8608F324B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9" t="6969" r="7463" b="5923"/>
          <a:stretch/>
        </p:blipFill>
        <p:spPr bwMode="auto">
          <a:xfrm>
            <a:off x="643467" y="1893287"/>
            <a:ext cx="5130799" cy="3071426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AC8AB2A-3FC8-48A0-82D5-6CC49C36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6698"/>
            <a:ext cx="5458121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484DC2-EDCE-4AB0-9BEB-D57C33411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4158"/>
            <a:ext cx="5458121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E95A8855-9963-45C2-A03C-F59DBBEEA2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6" t="5807" r="7311" b="7375"/>
          <a:stretch/>
        </p:blipFill>
        <p:spPr bwMode="auto">
          <a:xfrm>
            <a:off x="6423321" y="1899071"/>
            <a:ext cx="5130799" cy="306805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32946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4F7045-1B8B-4422-9330-0BC8BF606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D0B3BD-E968-4364-878A-47D3A6AEF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0F32BE8A-250D-4E21-86F3-671355C5D6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1" t="6062" r="7737" b="6853"/>
          <a:stretch/>
        </p:blipFill>
        <p:spPr bwMode="auto">
          <a:xfrm>
            <a:off x="1441876" y="643467"/>
            <a:ext cx="9308247" cy="5571066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E5BCBF-E5D0-444B-A584-4A5FF79F9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347" y="482600"/>
            <a:ext cx="11240496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14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9">
            <a:extLst>
              <a:ext uri="{FF2B5EF4-FFF2-40B4-BE49-F238E27FC236}">
                <a16:creationId xmlns:a16="http://schemas.microsoft.com/office/drawing/2014/main" id="{1237BE7E-4891-403E-A451-649117451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DB960A63-C68D-4FD1-AD9F-B6B98B32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2600"/>
            <a:ext cx="5458121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13">
            <a:extLst>
              <a:ext uri="{FF2B5EF4-FFF2-40B4-BE49-F238E27FC236}">
                <a16:creationId xmlns:a16="http://schemas.microsoft.com/office/drawing/2014/main" id="{2D896C4B-00AB-4C6E-AFB0-68503E8A3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AC81C2CB-67CB-47F5-A36F-84BDAC6CC1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2" t="6430" r="8620" b="7220"/>
          <a:stretch/>
        </p:blipFill>
        <p:spPr bwMode="auto">
          <a:xfrm>
            <a:off x="643467" y="1875149"/>
            <a:ext cx="5130799" cy="3107702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5" name="Rectangle 15">
            <a:extLst>
              <a:ext uri="{FF2B5EF4-FFF2-40B4-BE49-F238E27FC236}">
                <a16:creationId xmlns:a16="http://schemas.microsoft.com/office/drawing/2014/main" id="{BAC8AB2A-3FC8-48A0-82D5-6CC49C36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6698"/>
            <a:ext cx="5458121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7">
            <a:extLst>
              <a:ext uri="{FF2B5EF4-FFF2-40B4-BE49-F238E27FC236}">
                <a16:creationId xmlns:a16="http://schemas.microsoft.com/office/drawing/2014/main" id="{CE484DC2-EDCE-4AB0-9BEB-D57C33411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4158"/>
            <a:ext cx="5458121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istogram&#10;&#10;Description automatically generated">
            <a:extLst>
              <a:ext uri="{FF2B5EF4-FFF2-40B4-BE49-F238E27FC236}">
                <a16:creationId xmlns:a16="http://schemas.microsoft.com/office/drawing/2014/main" id="{4086EA20-4E82-4553-AFFB-90E8A67B15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2" t="6246" r="8841" b="7220"/>
          <a:stretch/>
        </p:blipFill>
        <p:spPr bwMode="auto">
          <a:xfrm>
            <a:off x="6423321" y="1869886"/>
            <a:ext cx="5130799" cy="3126423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47570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B21D-AA42-4DEE-A878-07F6D0D8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Analyse</a:t>
            </a:r>
            <a:r>
              <a:rPr lang="en-US" dirty="0"/>
              <a:t> 2: </a:t>
            </a:r>
            <a:r>
              <a:rPr lang="en-US" dirty="0" err="1"/>
              <a:t>sensitiviteitsanalyse</a:t>
            </a:r>
            <a:r>
              <a:rPr lang="en-US" dirty="0"/>
              <a:t> </a:t>
            </a:r>
            <a:r>
              <a:rPr lang="en-US" dirty="0" err="1"/>
              <a:t>vereiste</a:t>
            </a:r>
            <a:r>
              <a:rPr lang="en-US" dirty="0"/>
              <a:t> </a:t>
            </a:r>
            <a:r>
              <a:rPr lang="en-US" dirty="0" err="1"/>
              <a:t>opslagcapaciteit</a:t>
            </a: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8269A2-A4E3-423E-8129-0B2F63A44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70659"/>
              </p:ext>
            </p:extLst>
          </p:nvPr>
        </p:nvGraphicFramePr>
        <p:xfrm>
          <a:off x="1237646" y="2071172"/>
          <a:ext cx="4351492" cy="422884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707022">
                  <a:extLst>
                    <a:ext uri="{9D8B030D-6E8A-4147-A177-3AD203B41FA5}">
                      <a16:colId xmlns:a16="http://schemas.microsoft.com/office/drawing/2014/main" val="2587604"/>
                    </a:ext>
                  </a:extLst>
                </a:gridCol>
                <a:gridCol w="780889">
                  <a:extLst>
                    <a:ext uri="{9D8B030D-6E8A-4147-A177-3AD203B41FA5}">
                      <a16:colId xmlns:a16="http://schemas.microsoft.com/office/drawing/2014/main" val="525292151"/>
                    </a:ext>
                  </a:extLst>
                </a:gridCol>
                <a:gridCol w="709420">
                  <a:extLst>
                    <a:ext uri="{9D8B030D-6E8A-4147-A177-3AD203B41FA5}">
                      <a16:colId xmlns:a16="http://schemas.microsoft.com/office/drawing/2014/main" val="3229765543"/>
                    </a:ext>
                  </a:extLst>
                </a:gridCol>
                <a:gridCol w="709420">
                  <a:extLst>
                    <a:ext uri="{9D8B030D-6E8A-4147-A177-3AD203B41FA5}">
                      <a16:colId xmlns:a16="http://schemas.microsoft.com/office/drawing/2014/main" val="3627787809"/>
                    </a:ext>
                  </a:extLst>
                </a:gridCol>
                <a:gridCol w="722850">
                  <a:extLst>
                    <a:ext uri="{9D8B030D-6E8A-4147-A177-3AD203B41FA5}">
                      <a16:colId xmlns:a16="http://schemas.microsoft.com/office/drawing/2014/main" val="1681174264"/>
                    </a:ext>
                  </a:extLst>
                </a:gridCol>
                <a:gridCol w="721891">
                  <a:extLst>
                    <a:ext uri="{9D8B030D-6E8A-4147-A177-3AD203B41FA5}">
                      <a16:colId xmlns:a16="http://schemas.microsoft.com/office/drawing/2014/main" val="92732907"/>
                    </a:ext>
                  </a:extLst>
                </a:gridCol>
              </a:tblGrid>
              <a:tr h="59953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Experiment number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Future injection scenario: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10%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20%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606909526"/>
                  </a:ext>
                </a:extLst>
              </a:tr>
              <a:tr h="18510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Base case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1,395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1,149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660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503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2506162676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34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8.4 MW wind &amp; 4.2 MW PV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12,532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7,597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4,927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3,789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698962783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35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12.6 MW wind &amp; 4.2 MW PV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45,708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32,821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18,321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8,411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1796196920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36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4.2 MW wind &amp; 8.4 MW PV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2,754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2,413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1,820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1,046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453893076"/>
                  </a:ext>
                </a:extLst>
              </a:tr>
              <a:tr h="35960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37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4.2 MW wind &amp; 12.6 MW PV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4,406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4,060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3,263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2,252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232769707"/>
                  </a:ext>
                </a:extLst>
              </a:tr>
              <a:tr h="5761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38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250 kWh hourly allowed export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1,228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983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598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468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147537736"/>
                  </a:ext>
                </a:extLst>
              </a:tr>
              <a:tr h="5761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39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500 kWh hourly allowed export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1,062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817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536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433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812588972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No indirect injection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1,395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1,222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830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517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122121280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D541CC-805D-49E1-87C1-6AAEA0340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671888"/>
              </p:ext>
            </p:extLst>
          </p:nvPr>
        </p:nvGraphicFramePr>
        <p:xfrm>
          <a:off x="6602863" y="2067461"/>
          <a:ext cx="4351492" cy="422884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706542">
                  <a:extLst>
                    <a:ext uri="{9D8B030D-6E8A-4147-A177-3AD203B41FA5}">
                      <a16:colId xmlns:a16="http://schemas.microsoft.com/office/drawing/2014/main" val="1789696951"/>
                    </a:ext>
                  </a:extLst>
                </a:gridCol>
                <a:gridCol w="779930">
                  <a:extLst>
                    <a:ext uri="{9D8B030D-6E8A-4147-A177-3AD203B41FA5}">
                      <a16:colId xmlns:a16="http://schemas.microsoft.com/office/drawing/2014/main" val="1727082052"/>
                    </a:ext>
                  </a:extLst>
                </a:gridCol>
                <a:gridCol w="711338">
                  <a:extLst>
                    <a:ext uri="{9D8B030D-6E8A-4147-A177-3AD203B41FA5}">
                      <a16:colId xmlns:a16="http://schemas.microsoft.com/office/drawing/2014/main" val="3946523264"/>
                    </a:ext>
                  </a:extLst>
                </a:gridCol>
                <a:gridCol w="708940">
                  <a:extLst>
                    <a:ext uri="{9D8B030D-6E8A-4147-A177-3AD203B41FA5}">
                      <a16:colId xmlns:a16="http://schemas.microsoft.com/office/drawing/2014/main" val="4281791201"/>
                    </a:ext>
                  </a:extLst>
                </a:gridCol>
                <a:gridCol w="722371">
                  <a:extLst>
                    <a:ext uri="{9D8B030D-6E8A-4147-A177-3AD203B41FA5}">
                      <a16:colId xmlns:a16="http://schemas.microsoft.com/office/drawing/2014/main" val="919352333"/>
                    </a:ext>
                  </a:extLst>
                </a:gridCol>
                <a:gridCol w="722371">
                  <a:extLst>
                    <a:ext uri="{9D8B030D-6E8A-4147-A177-3AD203B41FA5}">
                      <a16:colId xmlns:a16="http://schemas.microsoft.com/office/drawing/2014/main" val="698896385"/>
                    </a:ext>
                  </a:extLst>
                </a:gridCol>
              </a:tblGrid>
              <a:tr h="59953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Experiment number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Future injection scenario: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10%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1881183995"/>
                  </a:ext>
                </a:extLst>
              </a:tr>
              <a:tr h="18510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33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Base case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-17.63%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-52.69%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-63.94%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008024760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34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8.4 MW wind &amp; 4.2 MW PV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-39.38%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-60.68%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-69.77%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550633361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35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12.6 MW wind &amp; 4.2 MW PV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-28.19%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-59.92%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-81.60%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2332141440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36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4.2 MW wind &amp; 8.4 MW PV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-12.38%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-33.91%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-62.02%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1185659770"/>
                  </a:ext>
                </a:extLst>
              </a:tr>
              <a:tr h="359603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37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4.2 MW wind &amp; 12.6 MW PV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-7.85%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-25.94%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-48.89%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2274822920"/>
                  </a:ext>
                </a:extLst>
              </a:tr>
              <a:tr h="5761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38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250 kWh hourly allowed export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-19.95%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-51.30%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-61.89%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217576695"/>
                  </a:ext>
                </a:extLst>
              </a:tr>
              <a:tr h="5761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39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500 kWh hourly allowed export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-23.07%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-49.53%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-59.23%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2319955652"/>
                  </a:ext>
                </a:extLst>
              </a:tr>
              <a:tr h="440666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800">
                          <a:effectLst/>
                        </a:rPr>
                        <a:t>No indirect injection</a:t>
                      </a:r>
                      <a:endParaRPr lang="en-US" sz="80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 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-12.40%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-40.50%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-62.94%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3" marR="51803" marT="0" marB="0"/>
                </a:tc>
                <a:extLst>
                  <a:ext uri="{0D108BD9-81ED-4DB2-BD59-A6C34878D82A}">
                    <a16:rowId xmlns:a16="http://schemas.microsoft.com/office/drawing/2014/main" val="3467370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86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9">
            <a:extLst>
              <a:ext uri="{FF2B5EF4-FFF2-40B4-BE49-F238E27FC236}">
                <a16:creationId xmlns:a16="http://schemas.microsoft.com/office/drawing/2014/main" id="{E24F7045-1B8B-4422-9330-0BC8BF606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ED0B3BD-E968-4364-878A-47D3A6AEF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C8E5BCBF-E5D0-444B-A584-4A5FF79F9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347" y="482600"/>
            <a:ext cx="11240496" cy="5892800"/>
          </a:xfrm>
          <a:prstGeom prst="rect">
            <a:avLst/>
          </a:prstGeom>
          <a:noFill/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F4185CD-8360-496C-8B5A-7E26E31B50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5952818"/>
              </p:ext>
            </p:extLst>
          </p:nvPr>
        </p:nvGraphicFramePr>
        <p:xfrm>
          <a:off x="643467" y="643467"/>
          <a:ext cx="10905066" cy="55710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1706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3ACA-1234-4E3A-A9F1-C3A26419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Discussie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927A2-B12A-4997-9B60-63544658C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Wanneer</a:t>
            </a:r>
            <a:r>
              <a:rPr lang="en-US" dirty="0"/>
              <a:t> </a:t>
            </a:r>
            <a:r>
              <a:rPr lang="en-US" dirty="0" err="1"/>
              <a:t>verhogen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3%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r>
              <a:rPr lang="en-US" dirty="0"/>
              <a:t>?</a:t>
            </a:r>
          </a:p>
          <a:p>
            <a:pPr lvl="1"/>
            <a:r>
              <a:rPr lang="en-US" sz="1400" dirty="0" err="1"/>
              <a:t>Systemen</a:t>
            </a:r>
            <a:r>
              <a:rPr lang="en-US" sz="1400" dirty="0"/>
              <a:t> met </a:t>
            </a:r>
            <a:r>
              <a:rPr lang="en-US" sz="1400" dirty="0" err="1"/>
              <a:t>veel</a:t>
            </a:r>
            <a:r>
              <a:rPr lang="en-US" sz="1400" dirty="0"/>
              <a:t> </a:t>
            </a:r>
            <a:r>
              <a:rPr lang="en-US" sz="1400" dirty="0" err="1"/>
              <a:t>windopwek</a:t>
            </a:r>
            <a:endParaRPr lang="en-US" sz="1400" dirty="0"/>
          </a:p>
          <a:p>
            <a:pPr lvl="1"/>
            <a:r>
              <a:rPr lang="en-US" sz="1400" dirty="0" err="1"/>
              <a:t>Systemen</a:t>
            </a:r>
            <a:r>
              <a:rPr lang="en-US" sz="1400" dirty="0"/>
              <a:t> </a:t>
            </a:r>
            <a:r>
              <a:rPr lang="en-US" sz="1400" dirty="0" err="1"/>
              <a:t>waarin</a:t>
            </a:r>
            <a:r>
              <a:rPr lang="en-US" sz="1400" dirty="0"/>
              <a:t> export is </a:t>
            </a:r>
            <a:r>
              <a:rPr lang="en-US" sz="1400" dirty="0" err="1"/>
              <a:t>toegestaan</a:t>
            </a:r>
            <a:endParaRPr lang="en-US" sz="1400" dirty="0"/>
          </a:p>
          <a:p>
            <a:r>
              <a:rPr lang="en-US" dirty="0" err="1"/>
              <a:t>Wanneer</a:t>
            </a:r>
            <a:r>
              <a:rPr lang="en-US" dirty="0"/>
              <a:t> </a:t>
            </a:r>
            <a:r>
              <a:rPr lang="en-US" dirty="0" err="1"/>
              <a:t>verhogen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10%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r>
              <a:rPr lang="en-US" dirty="0"/>
              <a:t>?</a:t>
            </a:r>
          </a:p>
          <a:p>
            <a:pPr lvl="1"/>
            <a:r>
              <a:rPr lang="en-US" sz="1400" dirty="0" err="1"/>
              <a:t>Systemen</a:t>
            </a:r>
            <a:r>
              <a:rPr lang="en-US" sz="1400" dirty="0"/>
              <a:t> </a:t>
            </a:r>
            <a:r>
              <a:rPr lang="en-US" sz="1400" dirty="0" err="1"/>
              <a:t>waarin</a:t>
            </a:r>
            <a:r>
              <a:rPr lang="en-US" sz="1400" dirty="0"/>
              <a:t> </a:t>
            </a:r>
            <a:r>
              <a:rPr lang="en-US" sz="1400" dirty="0" err="1"/>
              <a:t>indirecte</a:t>
            </a:r>
            <a:r>
              <a:rPr lang="en-US" sz="1400" dirty="0"/>
              <a:t> </a:t>
            </a:r>
            <a:r>
              <a:rPr lang="en-US" sz="1400" dirty="0" err="1"/>
              <a:t>injectie</a:t>
            </a:r>
            <a:r>
              <a:rPr lang="en-US" sz="1400" dirty="0"/>
              <a:t> is </a:t>
            </a:r>
            <a:r>
              <a:rPr lang="en-US" sz="1400" dirty="0" err="1"/>
              <a:t>toegestaan</a:t>
            </a:r>
            <a:endParaRPr lang="en-US" sz="1400" dirty="0"/>
          </a:p>
          <a:p>
            <a:r>
              <a:rPr lang="en-US" dirty="0" err="1"/>
              <a:t>Wanneer</a:t>
            </a:r>
            <a:r>
              <a:rPr lang="en-US" dirty="0"/>
              <a:t> </a:t>
            </a:r>
            <a:r>
              <a:rPr lang="en-US" dirty="0" err="1"/>
              <a:t>verhogen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20%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injectie</a:t>
            </a:r>
            <a:r>
              <a:rPr lang="en-US" dirty="0"/>
              <a:t>?</a:t>
            </a:r>
          </a:p>
          <a:p>
            <a:pPr lvl="1"/>
            <a:r>
              <a:rPr lang="en-US" sz="1400" dirty="0" err="1"/>
              <a:t>Systemen</a:t>
            </a:r>
            <a:r>
              <a:rPr lang="en-US" sz="1400" dirty="0"/>
              <a:t> </a:t>
            </a:r>
            <a:r>
              <a:rPr lang="en-US" sz="1400" dirty="0" err="1"/>
              <a:t>gedomineerd</a:t>
            </a:r>
            <a:r>
              <a:rPr lang="en-US" sz="1400" dirty="0"/>
              <a:t> door </a:t>
            </a:r>
            <a:r>
              <a:rPr lang="en-US" sz="1400" dirty="0" err="1"/>
              <a:t>windopwek</a:t>
            </a:r>
            <a:endParaRPr lang="en-US" sz="1400" dirty="0"/>
          </a:p>
          <a:p>
            <a:pPr lvl="1"/>
            <a:r>
              <a:rPr lang="en-US" sz="1400" dirty="0" err="1"/>
              <a:t>Systemen</a:t>
            </a:r>
            <a:r>
              <a:rPr lang="en-US" sz="1400" dirty="0"/>
              <a:t> </a:t>
            </a:r>
            <a:r>
              <a:rPr lang="en-US" sz="1400" dirty="0" err="1"/>
              <a:t>waarin</a:t>
            </a:r>
            <a:r>
              <a:rPr lang="en-US" sz="1400" dirty="0"/>
              <a:t> indirect </a:t>
            </a:r>
            <a:r>
              <a:rPr lang="en-US" sz="1400" dirty="0" err="1"/>
              <a:t>injectie</a:t>
            </a:r>
            <a:r>
              <a:rPr lang="en-US" sz="1400" dirty="0"/>
              <a:t> </a:t>
            </a:r>
            <a:r>
              <a:rPr lang="en-US" sz="1400" dirty="0" err="1"/>
              <a:t>niet</a:t>
            </a:r>
            <a:r>
              <a:rPr lang="en-US" sz="1400" dirty="0"/>
              <a:t> is </a:t>
            </a:r>
            <a:r>
              <a:rPr lang="en-US" sz="1400" dirty="0" err="1"/>
              <a:t>toegestaan</a:t>
            </a:r>
            <a:endParaRPr lang="en-US" sz="1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59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3F11D-4712-4EF3-A05D-A1D4899E4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/>
              <a:t>Limitaties</a:t>
            </a:r>
            <a:endParaRPr lang="en-US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4DFD-316B-49E2-855A-632F4FEE0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Model </a:t>
            </a:r>
            <a:r>
              <a:rPr lang="en-US" dirty="0" err="1"/>
              <a:t>geanalyseerd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regionaal</a:t>
            </a:r>
            <a:r>
              <a:rPr lang="en-US" dirty="0"/>
              <a:t> </a:t>
            </a:r>
            <a:r>
              <a:rPr lang="en-US" dirty="0" err="1"/>
              <a:t>energienetwerk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Weerdata</a:t>
            </a:r>
            <a:r>
              <a:rPr lang="en-US" dirty="0"/>
              <a:t> van 1 </a:t>
            </a:r>
            <a:r>
              <a:rPr lang="en-US" dirty="0" err="1"/>
              <a:t>jaar</a:t>
            </a:r>
            <a:r>
              <a:rPr lang="en-US" dirty="0"/>
              <a:t> (2020)</a:t>
            </a:r>
          </a:p>
          <a:p>
            <a:endParaRPr lang="en-US" dirty="0"/>
          </a:p>
          <a:p>
            <a:r>
              <a:rPr lang="en-US" dirty="0" err="1"/>
              <a:t>Assumptie</a:t>
            </a:r>
            <a:r>
              <a:rPr lang="en-US" dirty="0"/>
              <a:t> </a:t>
            </a:r>
            <a:r>
              <a:rPr lang="en-US" dirty="0" err="1"/>
              <a:t>maximale</a:t>
            </a:r>
            <a:r>
              <a:rPr lang="en-US" dirty="0"/>
              <a:t> </a:t>
            </a:r>
            <a:r>
              <a:rPr lang="en-US" dirty="0" err="1"/>
              <a:t>uurwaarde</a:t>
            </a:r>
            <a:r>
              <a:rPr lang="en-US" dirty="0"/>
              <a:t> export </a:t>
            </a:r>
            <a:r>
              <a:rPr lang="en-US" dirty="0" err="1"/>
              <a:t>hogere</a:t>
            </a:r>
            <a:r>
              <a:rPr lang="en-US" dirty="0"/>
              <a:t> </a:t>
            </a:r>
            <a:r>
              <a:rPr lang="en-US" dirty="0" err="1"/>
              <a:t>voltagenetwerk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Daling</a:t>
            </a:r>
            <a:r>
              <a:rPr lang="en-US" dirty="0"/>
              <a:t> </a:t>
            </a:r>
            <a:r>
              <a:rPr lang="en-US" dirty="0" err="1"/>
              <a:t>prijs</a:t>
            </a:r>
            <a:r>
              <a:rPr lang="en-US" dirty="0"/>
              <a:t> </a:t>
            </a:r>
            <a:r>
              <a:rPr lang="en-US" dirty="0" err="1"/>
              <a:t>waterstofopslag</a:t>
            </a:r>
            <a:r>
              <a:rPr lang="en-US" dirty="0"/>
              <a:t> </a:t>
            </a:r>
            <a:r>
              <a:rPr lang="en-US" dirty="0" err="1"/>
              <a:t>lange</a:t>
            </a:r>
            <a:r>
              <a:rPr lang="en-US" dirty="0"/>
              <a:t> </a:t>
            </a:r>
            <a:r>
              <a:rPr lang="en-US" dirty="0" err="1"/>
              <a:t>termijn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59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6EA5B-7524-4A23-A1F3-073691DB1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D2762-B8FE-4CF1-A67B-AC5845145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6900" indent="0">
              <a:buNone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Altfeld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K., &amp; Pinchbeck, D. (2013). Admissible hydrogen concentrations in natural gas systems.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Gas Energy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2103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(03), 1-2.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Gondal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I. A. (2016). Hydrogen transportation by pipelines. In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Compendium of Hydrogen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(pp. 301-322). Woodhead Publishing.</a:t>
            </a:r>
          </a:p>
          <a:p>
            <a:pPr marL="3690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Heide, D., Greiner, M., Von Bremen, L., &amp; Hoffmann, C. (2011).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storage and balancing needs in a fully renewable European power system with excess wind and solar power generation.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Renewable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36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(9), 2515-2523.</a:t>
            </a:r>
          </a:p>
          <a:p>
            <a:pPr marL="36900" indent="0">
              <a:buNone/>
            </a:pP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IEA (2015).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World Energy Outlook 2015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Retrieved from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https://iea.blob.core.windows.net/assets/5a314029-69c2-42a9-98ac-d1c5deeb59b3/WEO2015.pdf</a:t>
            </a:r>
            <a:endParaRPr 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Kroniger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Madlener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R. (2014). Hydrogen storage for wind parks: A real options evaluation for an optimal investment in more flexibility.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Applied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136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931-946.</a:t>
            </a:r>
            <a:endParaRPr lang="en-US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GB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Mukherjee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U.,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Elsholkami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M., Walker, S., Fowler, M.,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Elkamel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A., &amp;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Hajimiragha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A. (2015). Optimal sizing of an electrolytic hydrogen production system using an existing natural gas infrastructure.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Hydrogen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40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(31), 9760-9772.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Qadrdan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M.,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Abeysekera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M., Chaudry, M., Wu, J., &amp; Jenkins, N. (2015). Role of power-to-gas in an integrated gas and electricity system in Great Britain.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Hydrogen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40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(17), 5763-5775.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Rodriguez, R. A., Becker, S., Andresen, G. B., Heide, D., &amp; Greiner, M. (2014).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Transmission needs across a fully renewable European power system.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Renewable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63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467-476.</a:t>
            </a:r>
          </a:p>
          <a:p>
            <a:pPr marL="36900" indent="0">
              <a:buNone/>
            </a:pP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Scamman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D., &amp;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Newborough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(2016). Using surplus nuclear power for hydrogen mobility and power-to-gas in France.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hydrogen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41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(24), 10080-10089.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Schaber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K. (2014).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of Variable Renewable Energies in the European power system: a model-based analysis of transmission grid extensions and energy sector coupling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(Doctoral dissertation,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Technische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Universität München, Munich, Germany). Retrieved from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https://mediatum.ub.tum.de/doc/1163646/1163646.pdf</a:t>
            </a:r>
            <a:endParaRPr lang="en-GB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Simonis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B., &amp;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Newborough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M. (2017). Sizing and operating power-to-gas systems to absorb excess renewable electricity.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International journal of hydrogen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42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(34), 21635-21647.</a:t>
            </a:r>
          </a:p>
          <a:p>
            <a:pPr marL="36900" indent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Steinke, F.,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Wolfrum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P., &amp; Hoffmann, C. (2013). 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Grid vs. storage in a 100% renewable Europe.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Renewable Energy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</a:t>
            </a:r>
            <a:r>
              <a:rPr lang="en-GB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826-832.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346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328</TotalTime>
  <Words>1923</Words>
  <Application>Microsoft Office PowerPoint</Application>
  <PresentationFormat>Widescreen</PresentationFormat>
  <Paragraphs>460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Calisto MT</vt:lpstr>
      <vt:lpstr>Times New Roman</vt:lpstr>
      <vt:lpstr>Wingdings 2</vt:lpstr>
      <vt:lpstr>Slate</vt:lpstr>
      <vt:lpstr>Injecting hydrogen in the natural gas network: The extent to which hydrogen injection opportunities reduce the required size of a supplementary hydrogen storage</vt:lpstr>
      <vt:lpstr>Inhoudsopgave</vt:lpstr>
      <vt:lpstr>Introductie</vt:lpstr>
      <vt:lpstr>PowerPoint Presentation</vt:lpstr>
      <vt:lpstr>Relevantie</vt:lpstr>
      <vt:lpstr>Methodologie</vt:lpstr>
      <vt:lpstr>PowerPoint Presentation</vt:lpstr>
      <vt:lpstr>PowerPoint Presentation</vt:lpstr>
      <vt:lpstr>Uitleg gekozen injectiepercentages</vt:lpstr>
      <vt:lpstr>Output variabelen</vt:lpstr>
      <vt:lpstr>Input model</vt:lpstr>
      <vt:lpstr>Experimentele opstelling</vt:lpstr>
      <vt:lpstr>Resultaten</vt:lpstr>
      <vt:lpstr>Experimenten zon- en windopwek</vt:lpstr>
      <vt:lpstr>PowerPoint Presentation</vt:lpstr>
      <vt:lpstr>PowerPoint Presentation</vt:lpstr>
      <vt:lpstr>Experimenten export hogere spanningsnetwerk</vt:lpstr>
      <vt:lpstr>PowerPoint Presentation</vt:lpstr>
      <vt:lpstr>PowerPoint Presentation</vt:lpstr>
      <vt:lpstr>PowerPoint Presentation</vt:lpstr>
      <vt:lpstr>Experimenten optie indirect injecteren </vt:lpstr>
      <vt:lpstr>PowerPoint Presentation</vt:lpstr>
      <vt:lpstr>PowerPoint Presentation</vt:lpstr>
      <vt:lpstr>PowerPoint Presentation</vt:lpstr>
      <vt:lpstr>Analyse 2: sensitiviteitsanalyse vereiste opslagcapaciteit </vt:lpstr>
      <vt:lpstr>PowerPoint Presentation</vt:lpstr>
      <vt:lpstr>Discussie</vt:lpstr>
      <vt:lpstr>Limitaties</vt:lpstr>
      <vt:lpstr>Referenties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Injecting hydrogen in the natural gas network: The extent to which hydrogen injection opportunities reduce the required size of a supplementary hydrogen storage</dc:title>
  <dc:creator>Michiel Tognini</dc:creator>
  <cp:lastModifiedBy>Michiel Tognini</cp:lastModifiedBy>
  <cp:revision>1</cp:revision>
  <dcterms:created xsi:type="dcterms:W3CDTF">2022-03-02T10:34:47Z</dcterms:created>
  <dcterms:modified xsi:type="dcterms:W3CDTF">2022-03-04T10:07:07Z</dcterms:modified>
</cp:coreProperties>
</file>